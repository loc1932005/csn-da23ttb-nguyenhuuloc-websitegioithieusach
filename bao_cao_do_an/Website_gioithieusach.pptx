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A2473-358F-4BFB-9BE6-60CA957E3D29}" v="149" dt="2026-01-04T23:47:41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 Hân" userId="6b59abb1c1abfe84" providerId="LiveId" clId="{FE95CC83-712F-4594-9D4F-6B995D45C01C}"/>
    <pc:docChg chg="undo custSel addSld delSld modSld modMainMaster">
      <pc:chgData name="Du Hân" userId="6b59abb1c1abfe84" providerId="LiveId" clId="{FE95CC83-712F-4594-9D4F-6B995D45C01C}" dt="2026-01-05T00:36:26.493" v="1104" actId="20577"/>
      <pc:docMkLst>
        <pc:docMk/>
      </pc:docMkLst>
      <pc:sldChg chg="addSp delSp modSp mod">
        <pc:chgData name="Du Hân" userId="6b59abb1c1abfe84" providerId="LiveId" clId="{FE95CC83-712F-4594-9D4F-6B995D45C01C}" dt="2026-01-04T23:09:51.167" v="589" actId="11529"/>
        <pc:sldMkLst>
          <pc:docMk/>
          <pc:sldMk cId="0" sldId="256"/>
        </pc:sldMkLst>
        <pc:spChg chg="mod">
          <ac:chgData name="Du Hân" userId="6b59abb1c1abfe84" providerId="LiveId" clId="{FE95CC83-712F-4594-9D4F-6B995D45C01C}" dt="2026-01-04T23:05:13.760" v="522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Du Hân" userId="6b59abb1c1abfe84" providerId="LiveId" clId="{FE95CC83-712F-4594-9D4F-6B995D45C01C}" dt="2026-01-04T22:45:09.474" v="35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Du Hân" userId="6b59abb1c1abfe84" providerId="LiveId" clId="{FE95CC83-712F-4594-9D4F-6B995D45C01C}" dt="2026-01-04T22:57:57.781" v="399" actId="14100"/>
          <ac:spMkLst>
            <pc:docMk/>
            <pc:sldMk cId="0" sldId="256"/>
            <ac:spMk id="4" creationId="{22164288-DA3F-320B-7F59-9F0FC7E26670}"/>
          </ac:spMkLst>
        </pc:spChg>
        <pc:spChg chg="add mod">
          <ac:chgData name="Du Hân" userId="6b59abb1c1abfe84" providerId="LiveId" clId="{FE95CC83-712F-4594-9D4F-6B995D45C01C}" dt="2026-01-04T23:00:48.853" v="493" actId="20577"/>
          <ac:spMkLst>
            <pc:docMk/>
            <pc:sldMk cId="0" sldId="256"/>
            <ac:spMk id="7" creationId="{63541C9C-8E53-1584-45AD-5B23C2A6FEB4}"/>
          </ac:spMkLst>
        </pc:spChg>
        <pc:spChg chg="add mod">
          <ac:chgData name="Du Hân" userId="6b59abb1c1abfe84" providerId="LiveId" clId="{FE95CC83-712F-4594-9D4F-6B995D45C01C}" dt="2026-01-04T23:00:27.655" v="483" actId="1076"/>
          <ac:spMkLst>
            <pc:docMk/>
            <pc:sldMk cId="0" sldId="256"/>
            <ac:spMk id="8" creationId="{CD583ADF-75CD-0DF5-C5D8-A6A6D4E3620E}"/>
          </ac:spMkLst>
        </pc:spChg>
        <pc:spChg chg="add mod">
          <ac:chgData name="Du Hân" userId="6b59abb1c1abfe84" providerId="LiveId" clId="{FE95CC83-712F-4594-9D4F-6B995D45C01C}" dt="2026-01-04T23:01:04.207" v="495"/>
          <ac:spMkLst>
            <pc:docMk/>
            <pc:sldMk cId="0" sldId="256"/>
            <ac:spMk id="9" creationId="{7FBBEDB7-5B75-A7C4-D80D-F72032ED08DD}"/>
          </ac:spMkLst>
        </pc:spChg>
        <pc:spChg chg="add del mod">
          <ac:chgData name="Du Hân" userId="6b59abb1c1abfe84" providerId="LiveId" clId="{FE95CC83-712F-4594-9D4F-6B995D45C01C}" dt="2026-01-04T23:05:15.031" v="524" actId="478"/>
          <ac:spMkLst>
            <pc:docMk/>
            <pc:sldMk cId="0" sldId="256"/>
            <ac:spMk id="12" creationId="{4627D3F3-7048-DAD0-AC0A-BC4FD3D5B610}"/>
          </ac:spMkLst>
        </pc:spChg>
        <pc:spChg chg="add del mod">
          <ac:chgData name="Du Hân" userId="6b59abb1c1abfe84" providerId="LiveId" clId="{FE95CC83-712F-4594-9D4F-6B995D45C01C}" dt="2026-01-04T23:05:14.434" v="523" actId="478"/>
          <ac:spMkLst>
            <pc:docMk/>
            <pc:sldMk cId="0" sldId="256"/>
            <ac:spMk id="13" creationId="{CD4F2154-394E-B616-3CEF-7E11D85BEB63}"/>
          </ac:spMkLst>
        </pc:spChg>
        <pc:spChg chg="add del mod ord">
          <ac:chgData name="Du Hân" userId="6b59abb1c1abfe84" providerId="LiveId" clId="{FE95CC83-712F-4594-9D4F-6B995D45C01C}" dt="2026-01-04T23:05:05.926" v="517" actId="478"/>
          <ac:spMkLst>
            <pc:docMk/>
            <pc:sldMk cId="0" sldId="256"/>
            <ac:spMk id="14" creationId="{3913BB6A-A589-E042-162D-644CF060FFE2}"/>
          </ac:spMkLst>
        </pc:spChg>
        <pc:spChg chg="add del mod">
          <ac:chgData name="Du Hân" userId="6b59abb1c1abfe84" providerId="LiveId" clId="{FE95CC83-712F-4594-9D4F-6B995D45C01C}" dt="2026-01-04T23:05:08.346" v="519" actId="478"/>
          <ac:spMkLst>
            <pc:docMk/>
            <pc:sldMk cId="0" sldId="256"/>
            <ac:spMk id="15" creationId="{6E4A0A8B-44FE-5B96-4C1F-CEF32D7073A5}"/>
          </ac:spMkLst>
        </pc:spChg>
        <pc:spChg chg="add del mod">
          <ac:chgData name="Du Hân" userId="6b59abb1c1abfe84" providerId="LiveId" clId="{FE95CC83-712F-4594-9D4F-6B995D45C01C}" dt="2026-01-04T23:05:07.828" v="518" actId="478"/>
          <ac:spMkLst>
            <pc:docMk/>
            <pc:sldMk cId="0" sldId="256"/>
            <ac:spMk id="16" creationId="{2CAB588B-4D0B-FBB0-8ED5-227D7A4711B9}"/>
          </ac:spMkLst>
        </pc:spChg>
        <pc:spChg chg="add del mod ord">
          <ac:chgData name="Du Hân" userId="6b59abb1c1abfe84" providerId="LiveId" clId="{FE95CC83-712F-4594-9D4F-6B995D45C01C}" dt="2026-01-04T23:05:11.798" v="521" actId="478"/>
          <ac:spMkLst>
            <pc:docMk/>
            <pc:sldMk cId="0" sldId="256"/>
            <ac:spMk id="17" creationId="{FDEAEB39-418E-631F-676B-CDF3138910E2}"/>
          </ac:spMkLst>
        </pc:spChg>
        <pc:spChg chg="add del mod">
          <ac:chgData name="Du Hân" userId="6b59abb1c1abfe84" providerId="LiveId" clId="{FE95CC83-712F-4594-9D4F-6B995D45C01C}" dt="2026-01-04T23:06:59.104" v="556" actId="478"/>
          <ac:spMkLst>
            <pc:docMk/>
            <pc:sldMk cId="0" sldId="256"/>
            <ac:spMk id="18" creationId="{9D2DDD20-A74E-F421-0D2B-8EBDD7D7F541}"/>
          </ac:spMkLst>
        </pc:spChg>
        <pc:spChg chg="add del mod">
          <ac:chgData name="Du Hân" userId="6b59abb1c1abfe84" providerId="LiveId" clId="{FE95CC83-712F-4594-9D4F-6B995D45C01C}" dt="2026-01-04T23:05:31.311" v="528" actId="478"/>
          <ac:spMkLst>
            <pc:docMk/>
            <pc:sldMk cId="0" sldId="256"/>
            <ac:spMk id="19" creationId="{2D5B97F7-345F-07D2-60F4-75AAADEE9E61}"/>
          </ac:spMkLst>
        </pc:spChg>
        <pc:spChg chg="add del">
          <ac:chgData name="Du Hân" userId="6b59abb1c1abfe84" providerId="LiveId" clId="{FE95CC83-712F-4594-9D4F-6B995D45C01C}" dt="2026-01-04T23:09:51.167" v="589" actId="11529"/>
          <ac:spMkLst>
            <pc:docMk/>
            <pc:sldMk cId="0" sldId="256"/>
            <ac:spMk id="20" creationId="{736C69E8-56E0-EB7A-C772-2D1F3F96FD55}"/>
          </ac:spMkLst>
        </pc:spChg>
        <pc:picChg chg="add del mod">
          <ac:chgData name="Du Hân" userId="6b59abb1c1abfe84" providerId="LiveId" clId="{FE95CC83-712F-4594-9D4F-6B995D45C01C}" dt="2026-01-04T22:57:14.170" v="394" actId="478"/>
          <ac:picMkLst>
            <pc:docMk/>
            <pc:sldMk cId="0" sldId="256"/>
            <ac:picMk id="6" creationId="{EB4D5A47-E810-B57D-5FE6-3952E9818002}"/>
          </ac:picMkLst>
        </pc:picChg>
        <pc:picChg chg="add del mod">
          <ac:chgData name="Du Hân" userId="6b59abb1c1abfe84" providerId="LiveId" clId="{FE95CC83-712F-4594-9D4F-6B995D45C01C}" dt="2026-01-04T23:01:55.432" v="500" actId="478"/>
          <ac:picMkLst>
            <pc:docMk/>
            <pc:sldMk cId="0" sldId="256"/>
            <ac:picMk id="11" creationId="{2EF9B937-12E7-0AC6-94E4-E3D886D21FD1}"/>
          </ac:picMkLst>
        </pc:picChg>
      </pc:sldChg>
      <pc:sldChg chg="addSp delSp modSp mod modClrScheme chgLayout">
        <pc:chgData name="Du Hân" userId="6b59abb1c1abfe84" providerId="LiveId" clId="{FE95CC83-712F-4594-9D4F-6B995D45C01C}" dt="2026-01-04T23:16:22.158" v="640" actId="1076"/>
        <pc:sldMkLst>
          <pc:docMk/>
          <pc:sldMk cId="0" sldId="257"/>
        </pc:sldMkLst>
        <pc:spChg chg="mod">
          <ac:chgData name="Du Hân" userId="6b59abb1c1abfe84" providerId="LiveId" clId="{FE95CC83-712F-4594-9D4F-6B995D45C01C}" dt="2026-01-04T23:14:06.537" v="625" actId="207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Du Hân" userId="6b59abb1c1abfe84" providerId="LiveId" clId="{FE95CC83-712F-4594-9D4F-6B995D45C01C}" dt="2026-01-04T23:07:44.011" v="569" actId="478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Du Hân" userId="6b59abb1c1abfe84" providerId="LiveId" clId="{FE95CC83-712F-4594-9D4F-6B995D45C01C}" dt="2026-01-04T23:13:57.814" v="622" actId="164"/>
          <ac:spMkLst>
            <pc:docMk/>
            <pc:sldMk cId="0" sldId="257"/>
            <ac:spMk id="4" creationId="{11BD6A77-E637-6EA4-4F00-D0A12F5FB214}"/>
          </ac:spMkLst>
        </pc:spChg>
        <pc:spChg chg="add mod">
          <ac:chgData name="Du Hân" userId="6b59abb1c1abfe84" providerId="LiveId" clId="{FE95CC83-712F-4594-9D4F-6B995D45C01C}" dt="2026-01-04T23:13:53.508" v="621" actId="164"/>
          <ac:spMkLst>
            <pc:docMk/>
            <pc:sldMk cId="0" sldId="257"/>
            <ac:spMk id="6" creationId="{D80DFC06-0DF0-C887-510D-536DC30A3167}"/>
          </ac:spMkLst>
        </pc:spChg>
        <pc:spChg chg="add del mod">
          <ac:chgData name="Du Hân" userId="6b59abb1c1abfe84" providerId="LiveId" clId="{FE95CC83-712F-4594-9D4F-6B995D45C01C}" dt="2026-01-04T23:10:58.457" v="602" actId="478"/>
          <ac:spMkLst>
            <pc:docMk/>
            <pc:sldMk cId="0" sldId="257"/>
            <ac:spMk id="7" creationId="{5A78156E-2461-DFA9-F806-006DECCA47AA}"/>
          </ac:spMkLst>
        </pc:spChg>
        <pc:spChg chg="add del mod">
          <ac:chgData name="Du Hân" userId="6b59abb1c1abfe84" providerId="LiveId" clId="{FE95CC83-712F-4594-9D4F-6B995D45C01C}" dt="2026-01-04T23:10:49.948" v="599" actId="478"/>
          <ac:spMkLst>
            <pc:docMk/>
            <pc:sldMk cId="0" sldId="257"/>
            <ac:spMk id="8" creationId="{F57C7F73-9889-53C0-F02A-D20F424F37CF}"/>
          </ac:spMkLst>
        </pc:spChg>
        <pc:spChg chg="add del mod">
          <ac:chgData name="Du Hân" userId="6b59abb1c1abfe84" providerId="LiveId" clId="{FE95CC83-712F-4594-9D4F-6B995D45C01C}" dt="2026-01-04T23:06:57.252" v="554" actId="26606"/>
          <ac:spMkLst>
            <pc:docMk/>
            <pc:sldMk cId="0" sldId="257"/>
            <ac:spMk id="9" creationId="{6A51739E-DD8F-5231-5AC4-63842D1BFFA6}"/>
          </ac:spMkLst>
        </pc:spChg>
        <pc:spChg chg="add del mod">
          <ac:chgData name="Du Hân" userId="6b59abb1c1abfe84" providerId="LiveId" clId="{FE95CC83-712F-4594-9D4F-6B995D45C01C}" dt="2026-01-04T23:10:49.398" v="598" actId="478"/>
          <ac:spMkLst>
            <pc:docMk/>
            <pc:sldMk cId="0" sldId="257"/>
            <ac:spMk id="10" creationId="{CCECBDB6-4FBE-4E11-FEC6-33AF8B0EC7C4}"/>
          </ac:spMkLst>
        </pc:spChg>
        <pc:spChg chg="add mod">
          <ac:chgData name="Du Hân" userId="6b59abb1c1abfe84" providerId="LiveId" clId="{FE95CC83-712F-4594-9D4F-6B995D45C01C}" dt="2026-01-04T23:13:53.508" v="621" actId="164"/>
          <ac:spMkLst>
            <pc:docMk/>
            <pc:sldMk cId="0" sldId="257"/>
            <ac:spMk id="11" creationId="{0C98F446-2CA4-885F-5463-8E1E07B68538}"/>
          </ac:spMkLst>
        </pc:spChg>
        <pc:spChg chg="add mod">
          <ac:chgData name="Du Hân" userId="6b59abb1c1abfe84" providerId="LiveId" clId="{FE95CC83-712F-4594-9D4F-6B995D45C01C}" dt="2026-01-04T23:13:44.313" v="619" actId="1076"/>
          <ac:spMkLst>
            <pc:docMk/>
            <pc:sldMk cId="0" sldId="257"/>
            <ac:spMk id="12" creationId="{2F59D319-D607-3374-D686-8A037EF1603A}"/>
          </ac:spMkLst>
        </pc:spChg>
        <pc:spChg chg="add mod">
          <ac:chgData name="Du Hân" userId="6b59abb1c1abfe84" providerId="LiveId" clId="{FE95CC83-712F-4594-9D4F-6B995D45C01C}" dt="2026-01-04T23:14:00.399" v="623" actId="164"/>
          <ac:spMkLst>
            <pc:docMk/>
            <pc:sldMk cId="0" sldId="257"/>
            <ac:spMk id="13" creationId="{B33773B7-AEEA-4E60-5778-C4D2BABA7F13}"/>
          </ac:spMkLst>
        </pc:spChg>
        <pc:spChg chg="add mod">
          <ac:chgData name="Du Hân" userId="6b59abb1c1abfe84" providerId="LiveId" clId="{FE95CC83-712F-4594-9D4F-6B995D45C01C}" dt="2026-01-04T23:13:26.291" v="614" actId="571"/>
          <ac:spMkLst>
            <pc:docMk/>
            <pc:sldMk cId="0" sldId="257"/>
            <ac:spMk id="14" creationId="{610ABF62-1328-D328-EE48-F1FEE0EBB33A}"/>
          </ac:spMkLst>
        </pc:spChg>
        <pc:spChg chg="add mod">
          <ac:chgData name="Du Hân" userId="6b59abb1c1abfe84" providerId="LiveId" clId="{FE95CC83-712F-4594-9D4F-6B995D45C01C}" dt="2026-01-04T23:13:26.291" v="614" actId="571"/>
          <ac:spMkLst>
            <pc:docMk/>
            <pc:sldMk cId="0" sldId="257"/>
            <ac:spMk id="15" creationId="{F15EB855-6390-BF03-D84D-AE2343D0916C}"/>
          </ac:spMkLst>
        </pc:spChg>
        <pc:spChg chg="add mod">
          <ac:chgData name="Du Hân" userId="6b59abb1c1abfe84" providerId="LiveId" clId="{FE95CC83-712F-4594-9D4F-6B995D45C01C}" dt="2026-01-04T23:14:00.399" v="623" actId="164"/>
          <ac:spMkLst>
            <pc:docMk/>
            <pc:sldMk cId="0" sldId="257"/>
            <ac:spMk id="16" creationId="{C13AF1CA-2365-28D9-2F30-DCDCD39FD994}"/>
          </ac:spMkLst>
        </pc:spChg>
        <pc:spChg chg="add mod">
          <ac:chgData name="Du Hân" userId="6b59abb1c1abfe84" providerId="LiveId" clId="{FE95CC83-712F-4594-9D4F-6B995D45C01C}" dt="2026-01-04T23:13:41.110" v="618" actId="571"/>
          <ac:spMkLst>
            <pc:docMk/>
            <pc:sldMk cId="0" sldId="257"/>
            <ac:spMk id="17" creationId="{30B62671-B508-27B4-EA1D-2F1798076305}"/>
          </ac:spMkLst>
        </pc:spChg>
        <pc:spChg chg="add mod">
          <ac:chgData name="Du Hân" userId="6b59abb1c1abfe84" providerId="LiveId" clId="{FE95CC83-712F-4594-9D4F-6B995D45C01C}" dt="2026-01-04T23:13:57.814" v="622" actId="164"/>
          <ac:spMkLst>
            <pc:docMk/>
            <pc:sldMk cId="0" sldId="257"/>
            <ac:spMk id="18" creationId="{42EB6E31-AC52-616F-A1D4-BA6E5B4EC722}"/>
          </ac:spMkLst>
        </pc:spChg>
        <pc:spChg chg="add ord">
          <ac:chgData name="Du Hân" userId="6b59abb1c1abfe84" providerId="LiveId" clId="{FE95CC83-712F-4594-9D4F-6B995D45C01C}" dt="2026-01-04T23:14:48.933" v="629" actId="167"/>
          <ac:spMkLst>
            <pc:docMk/>
            <pc:sldMk cId="0" sldId="257"/>
            <ac:spMk id="22" creationId="{FBFA7B83-9BC4-77B4-1563-30D598718F02}"/>
          </ac:spMkLst>
        </pc:spChg>
        <pc:spChg chg="add del mod">
          <ac:chgData name="Du Hân" userId="6b59abb1c1abfe84" providerId="LiveId" clId="{FE95CC83-712F-4594-9D4F-6B995D45C01C}" dt="2026-01-04T23:14:38.030" v="628" actId="478"/>
          <ac:spMkLst>
            <pc:docMk/>
            <pc:sldMk cId="0" sldId="257"/>
            <ac:spMk id="23" creationId="{CECBA526-ABC6-770A-6018-A7F5B87A2390}"/>
          </ac:spMkLst>
        </pc:spChg>
        <pc:spChg chg="add mod">
          <ac:chgData name="Du Hân" userId="6b59abb1c1abfe84" providerId="LiveId" clId="{FE95CC83-712F-4594-9D4F-6B995D45C01C}" dt="2026-01-04T23:15:38.392" v="631" actId="571"/>
          <ac:spMkLst>
            <pc:docMk/>
            <pc:sldMk cId="0" sldId="257"/>
            <ac:spMk id="24" creationId="{1F15C4C2-6C00-1A10-1E73-260D9A384405}"/>
          </ac:spMkLst>
        </pc:spChg>
        <pc:spChg chg="mod">
          <ac:chgData name="Du Hân" userId="6b59abb1c1abfe84" providerId="LiveId" clId="{FE95CC83-712F-4594-9D4F-6B995D45C01C}" dt="2026-01-04T23:15:38.392" v="631" actId="571"/>
          <ac:spMkLst>
            <pc:docMk/>
            <pc:sldMk cId="0" sldId="257"/>
            <ac:spMk id="26" creationId="{CAB3C06E-EC45-4586-8433-0927C2F3F14D}"/>
          </ac:spMkLst>
        </pc:spChg>
        <pc:spChg chg="mod">
          <ac:chgData name="Du Hân" userId="6b59abb1c1abfe84" providerId="LiveId" clId="{FE95CC83-712F-4594-9D4F-6B995D45C01C}" dt="2026-01-04T23:15:38.392" v="631" actId="571"/>
          <ac:spMkLst>
            <pc:docMk/>
            <pc:sldMk cId="0" sldId="257"/>
            <ac:spMk id="27" creationId="{CBA0C5E8-5B75-0E40-E994-37CD345656DF}"/>
          </ac:spMkLst>
        </pc:spChg>
        <pc:spChg chg="add mod ord">
          <ac:chgData name="Du Hân" userId="6b59abb1c1abfe84" providerId="LiveId" clId="{FE95CC83-712F-4594-9D4F-6B995D45C01C}" dt="2026-01-04T23:16:22.158" v="640" actId="1076"/>
          <ac:spMkLst>
            <pc:docMk/>
            <pc:sldMk cId="0" sldId="257"/>
            <ac:spMk id="28" creationId="{300F04B2-7153-4365-AC54-045011BDF4D2}"/>
          </ac:spMkLst>
        </pc:spChg>
        <pc:spChg chg="add del mod">
          <ac:chgData name="Du Hân" userId="6b59abb1c1abfe84" providerId="LiveId" clId="{FE95CC83-712F-4594-9D4F-6B995D45C01C}" dt="2026-01-04T23:16:07.036" v="637" actId="478"/>
          <ac:spMkLst>
            <pc:docMk/>
            <pc:sldMk cId="0" sldId="257"/>
            <ac:spMk id="29" creationId="{6E35121E-A8CD-57B5-597C-5F30B3486FB5}"/>
          </ac:spMkLst>
        </pc:spChg>
        <pc:spChg chg="add mod ord">
          <ac:chgData name="Du Hân" userId="6b59abb1c1abfe84" providerId="LiveId" clId="{FE95CC83-712F-4594-9D4F-6B995D45C01C}" dt="2026-01-04T23:16:05.007" v="636" actId="167"/>
          <ac:spMkLst>
            <pc:docMk/>
            <pc:sldMk cId="0" sldId="257"/>
            <ac:spMk id="30" creationId="{72EDA8A1-B90D-923F-B42A-8E8770935652}"/>
          </ac:spMkLst>
        </pc:spChg>
        <pc:spChg chg="add del mod">
          <ac:chgData name="Du Hân" userId="6b59abb1c1abfe84" providerId="LiveId" clId="{FE95CC83-712F-4594-9D4F-6B995D45C01C}" dt="2026-01-04T23:16:15.060" v="639" actId="478"/>
          <ac:spMkLst>
            <pc:docMk/>
            <pc:sldMk cId="0" sldId="257"/>
            <ac:spMk id="31" creationId="{15B80B83-E6FC-906A-8327-A74AABC44E0D}"/>
          </ac:spMkLst>
        </pc:spChg>
        <pc:grpChg chg="add mod">
          <ac:chgData name="Du Hân" userId="6b59abb1c1abfe84" providerId="LiveId" clId="{FE95CC83-712F-4594-9D4F-6B995D45C01C}" dt="2026-01-04T23:13:53.508" v="621" actId="164"/>
          <ac:grpSpMkLst>
            <pc:docMk/>
            <pc:sldMk cId="0" sldId="257"/>
            <ac:grpSpMk id="19" creationId="{41721950-91F0-B784-E2EA-38B6CE153C31}"/>
          </ac:grpSpMkLst>
        </pc:grpChg>
        <pc:grpChg chg="add mod">
          <ac:chgData name="Du Hân" userId="6b59abb1c1abfe84" providerId="LiveId" clId="{FE95CC83-712F-4594-9D4F-6B995D45C01C}" dt="2026-01-04T23:13:57.814" v="622" actId="164"/>
          <ac:grpSpMkLst>
            <pc:docMk/>
            <pc:sldMk cId="0" sldId="257"/>
            <ac:grpSpMk id="20" creationId="{6B47B644-AC90-7D05-93A3-3A678C1B4CA5}"/>
          </ac:grpSpMkLst>
        </pc:grpChg>
        <pc:grpChg chg="add mod">
          <ac:chgData name="Du Hân" userId="6b59abb1c1abfe84" providerId="LiveId" clId="{FE95CC83-712F-4594-9D4F-6B995D45C01C}" dt="2026-01-04T23:14:00.399" v="623" actId="164"/>
          <ac:grpSpMkLst>
            <pc:docMk/>
            <pc:sldMk cId="0" sldId="257"/>
            <ac:grpSpMk id="21" creationId="{6011EAFB-479F-7A77-21CC-E659DCB91DAC}"/>
          </ac:grpSpMkLst>
        </pc:grpChg>
        <pc:grpChg chg="add mod">
          <ac:chgData name="Du Hân" userId="6b59abb1c1abfe84" providerId="LiveId" clId="{FE95CC83-712F-4594-9D4F-6B995D45C01C}" dt="2026-01-04T23:15:38.392" v="631" actId="571"/>
          <ac:grpSpMkLst>
            <pc:docMk/>
            <pc:sldMk cId="0" sldId="257"/>
            <ac:grpSpMk id="25" creationId="{1165A413-A582-7FA8-3FA9-522EDFFB60E6}"/>
          </ac:grpSpMkLst>
        </pc:grpChg>
        <pc:graphicFrameChg chg="add del mod modGraphic">
          <ac:chgData name="Du Hân" userId="6b59abb1c1abfe84" providerId="LiveId" clId="{FE95CC83-712F-4594-9D4F-6B995D45C01C}" dt="2026-01-04T23:06:57.252" v="554" actId="26606"/>
          <ac:graphicFrameMkLst>
            <pc:docMk/>
            <pc:sldMk cId="0" sldId="257"/>
            <ac:graphicFrameMk id="5" creationId="{5BC12A06-04A8-4AD9-23A3-B5E8301320C9}"/>
          </ac:graphicFrameMkLst>
        </pc:graphicFrameChg>
      </pc:sldChg>
      <pc:sldChg chg="addSp delSp modSp del mod">
        <pc:chgData name="Du Hân" userId="6b59abb1c1abfe84" providerId="LiveId" clId="{FE95CC83-712F-4594-9D4F-6B995D45C01C}" dt="2026-01-04T22:44:34.162" v="2" actId="47"/>
        <pc:sldMkLst>
          <pc:docMk/>
          <pc:sldMk cId="0" sldId="258"/>
        </pc:sldMkLst>
        <pc:spChg chg="del">
          <ac:chgData name="Du Hân" userId="6b59abb1c1abfe84" providerId="LiveId" clId="{FE95CC83-712F-4594-9D4F-6B995D45C01C}" dt="2026-01-04T22:44:28.443" v="1" actId="478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Du Hân" userId="6b59abb1c1abfe84" providerId="LiveId" clId="{FE95CC83-712F-4594-9D4F-6B995D45C01C}" dt="2026-01-04T22:44:28.443" v="1" actId="478"/>
          <ac:spMkLst>
            <pc:docMk/>
            <pc:sldMk cId="0" sldId="258"/>
            <ac:spMk id="5" creationId="{89B897AE-654F-024C-9904-FFA5A9B2CDF1}"/>
          </ac:spMkLst>
        </pc:spChg>
      </pc:sldChg>
      <pc:sldChg chg="addSp delSp modSp mod">
        <pc:chgData name="Du Hân" userId="6b59abb1c1abfe84" providerId="LiveId" clId="{FE95CC83-712F-4594-9D4F-6B995D45C01C}" dt="2026-01-04T23:27:28.948" v="804" actId="1076"/>
        <pc:sldMkLst>
          <pc:docMk/>
          <pc:sldMk cId="0" sldId="259"/>
        </pc:sldMkLst>
        <pc:spChg chg="mod">
          <ac:chgData name="Du Hân" userId="6b59abb1c1abfe84" providerId="LiveId" clId="{FE95CC83-712F-4594-9D4F-6B995D45C01C}" dt="2026-01-04T23:27:28.948" v="804" actId="107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Du Hân" userId="6b59abb1c1abfe84" providerId="LiveId" clId="{FE95CC83-712F-4594-9D4F-6B995D45C01C}" dt="2026-01-04T23:22:46.725" v="714" actId="478"/>
          <ac:spMkLst>
            <pc:docMk/>
            <pc:sldMk cId="0" sldId="259"/>
            <ac:spMk id="3" creationId="{00000000-0000-0000-0000-000000000000}"/>
          </ac:spMkLst>
        </pc:spChg>
        <pc:spChg chg="add del mod ord">
          <ac:chgData name="Du Hân" userId="6b59abb1c1abfe84" providerId="LiveId" clId="{FE95CC83-712F-4594-9D4F-6B995D45C01C}" dt="2026-01-04T23:21:20.930" v="696" actId="478"/>
          <ac:spMkLst>
            <pc:docMk/>
            <pc:sldMk cId="0" sldId="259"/>
            <ac:spMk id="4" creationId="{B58D8E50-29CD-74B7-1354-01FF7DC3D394}"/>
          </ac:spMkLst>
        </pc:spChg>
        <pc:spChg chg="add mod ord">
          <ac:chgData name="Du Hân" userId="6b59abb1c1abfe84" providerId="LiveId" clId="{FE95CC83-712F-4594-9D4F-6B995D45C01C}" dt="2026-01-04T23:26:43.295" v="796" actId="14100"/>
          <ac:spMkLst>
            <pc:docMk/>
            <pc:sldMk cId="0" sldId="259"/>
            <ac:spMk id="5" creationId="{74D03BAD-BF55-E182-6035-9E4A419E80BF}"/>
          </ac:spMkLst>
        </pc:spChg>
        <pc:spChg chg="add mod ord">
          <ac:chgData name="Du Hân" userId="6b59abb1c1abfe84" providerId="LiveId" clId="{FE95CC83-712F-4594-9D4F-6B995D45C01C}" dt="2026-01-04T23:27:00.283" v="798" actId="14100"/>
          <ac:spMkLst>
            <pc:docMk/>
            <pc:sldMk cId="0" sldId="259"/>
            <ac:spMk id="6" creationId="{3AF290F2-8D88-433B-2952-3CE0FA7B765F}"/>
          </ac:spMkLst>
        </pc:spChg>
        <pc:spChg chg="add mod ord">
          <ac:chgData name="Du Hân" userId="6b59abb1c1abfe84" providerId="LiveId" clId="{FE95CC83-712F-4594-9D4F-6B995D45C01C}" dt="2026-01-04T23:27:25.742" v="803" actId="14100"/>
          <ac:spMkLst>
            <pc:docMk/>
            <pc:sldMk cId="0" sldId="259"/>
            <ac:spMk id="7" creationId="{574EF5C4-4197-09C9-CAD8-F83021A8178D}"/>
          </ac:spMkLst>
        </pc:spChg>
      </pc:sldChg>
      <pc:sldChg chg="addSp delSp modSp mod modClrScheme chgLayout">
        <pc:chgData name="Du Hân" userId="6b59abb1c1abfe84" providerId="LiveId" clId="{FE95CC83-712F-4594-9D4F-6B995D45C01C}" dt="2026-01-04T23:32:26.670" v="836"/>
        <pc:sldMkLst>
          <pc:docMk/>
          <pc:sldMk cId="0" sldId="260"/>
        </pc:sldMkLst>
        <pc:spChg chg="mod">
          <ac:chgData name="Du Hân" userId="6b59abb1c1abfe84" providerId="LiveId" clId="{FE95CC83-712F-4594-9D4F-6B995D45C01C}" dt="2026-01-04T23:29:39.671" v="807" actId="207"/>
          <ac:spMkLst>
            <pc:docMk/>
            <pc:sldMk cId="0" sldId="260"/>
            <ac:spMk id="2" creationId="{00000000-0000-0000-0000-000000000000}"/>
          </ac:spMkLst>
        </pc:spChg>
        <pc:spChg chg="del">
          <ac:chgData name="Du Hân" userId="6b59abb1c1abfe84" providerId="LiveId" clId="{FE95CC83-712F-4594-9D4F-6B995D45C01C}" dt="2026-01-04T23:29:19.676" v="805" actId="26606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Du Hân" userId="6b59abb1c1abfe84" providerId="LiveId" clId="{FE95CC83-712F-4594-9D4F-6B995D45C01C}" dt="2026-01-04T23:30:05.595" v="808" actId="22"/>
          <ac:spMkLst>
            <pc:docMk/>
            <pc:sldMk cId="0" sldId="260"/>
            <ac:spMk id="9" creationId="{F181B07C-340C-128A-C2D2-8D973DF20A67}"/>
          </ac:spMkLst>
        </pc:spChg>
        <pc:spChg chg="add mod">
          <ac:chgData name="Du Hân" userId="6b59abb1c1abfe84" providerId="LiveId" clId="{FE95CC83-712F-4594-9D4F-6B995D45C01C}" dt="2026-01-04T23:32:26.670" v="836"/>
          <ac:spMkLst>
            <pc:docMk/>
            <pc:sldMk cId="0" sldId="260"/>
            <ac:spMk id="12" creationId="{4E25005B-2240-B56B-164F-1F35038404A8}"/>
          </ac:spMkLst>
        </pc:spChg>
        <pc:graphicFrameChg chg="add mod">
          <ac:chgData name="Du Hân" userId="6b59abb1c1abfe84" providerId="LiveId" clId="{FE95CC83-712F-4594-9D4F-6B995D45C01C}" dt="2026-01-04T23:29:19.676" v="805" actId="26606"/>
          <ac:graphicFrameMkLst>
            <pc:docMk/>
            <pc:sldMk cId="0" sldId="260"/>
            <ac:graphicFrameMk id="5" creationId="{C2F52534-B16E-A043-C929-EBF7733DEDAB}"/>
          </ac:graphicFrameMkLst>
        </pc:graphicFrameChg>
        <pc:picChg chg="add mod ord">
          <ac:chgData name="Du Hân" userId="6b59abb1c1abfe84" providerId="LiveId" clId="{FE95CC83-712F-4594-9D4F-6B995D45C01C}" dt="2026-01-04T23:31:04.652" v="822" actId="1076"/>
          <ac:picMkLst>
            <pc:docMk/>
            <pc:sldMk cId="0" sldId="260"/>
            <ac:picMk id="6" creationId="{8050F5D1-314C-2B1E-432B-1BB4E68709EB}"/>
          </ac:picMkLst>
        </pc:picChg>
        <pc:picChg chg="add mod">
          <ac:chgData name="Du Hân" userId="6b59abb1c1abfe84" providerId="LiveId" clId="{FE95CC83-712F-4594-9D4F-6B995D45C01C}" dt="2026-01-04T23:31:10.206" v="825" actId="1076"/>
          <ac:picMkLst>
            <pc:docMk/>
            <pc:sldMk cId="0" sldId="260"/>
            <ac:picMk id="8" creationId="{3B6D44BE-C471-00CA-2A14-7AD84433198C}"/>
          </ac:picMkLst>
        </pc:picChg>
        <pc:picChg chg="add mod">
          <ac:chgData name="Du Hân" userId="6b59abb1c1abfe84" providerId="LiveId" clId="{FE95CC83-712F-4594-9D4F-6B995D45C01C}" dt="2026-01-04T23:32:11.292" v="835" actId="14100"/>
          <ac:picMkLst>
            <pc:docMk/>
            <pc:sldMk cId="0" sldId="260"/>
            <ac:picMk id="11" creationId="{17B3F36A-35A1-4080-0AE8-A2559874052C}"/>
          </ac:picMkLst>
        </pc:picChg>
      </pc:sldChg>
      <pc:sldChg chg="addSp delSp modSp mod">
        <pc:chgData name="Du Hân" userId="6b59abb1c1abfe84" providerId="LiveId" clId="{FE95CC83-712F-4594-9D4F-6B995D45C01C}" dt="2026-01-04T23:36:16.093" v="878" actId="123"/>
        <pc:sldMkLst>
          <pc:docMk/>
          <pc:sldMk cId="0" sldId="261"/>
        </pc:sldMkLst>
        <pc:spChg chg="mod">
          <ac:chgData name="Du Hân" userId="6b59abb1c1abfe84" providerId="LiveId" clId="{FE95CC83-712F-4594-9D4F-6B995D45C01C}" dt="2026-01-04T23:34:02.698" v="850" actId="207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Du Hân" userId="6b59abb1c1abfe84" providerId="LiveId" clId="{FE95CC83-712F-4594-9D4F-6B995D45C01C}" dt="2026-01-04T23:33:44.782" v="843" actId="478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Du Hân" userId="6b59abb1c1abfe84" providerId="LiveId" clId="{FE95CC83-712F-4594-9D4F-6B995D45C01C}" dt="2026-01-04T23:36:16.093" v="878" actId="123"/>
          <ac:spMkLst>
            <pc:docMk/>
            <pc:sldMk cId="0" sldId="261"/>
            <ac:spMk id="5" creationId="{FC3883D6-C3C4-C2A8-3D83-205D5DCEB84B}"/>
          </ac:spMkLst>
        </pc:spChg>
        <pc:picChg chg="add del mod">
          <ac:chgData name="Du Hân" userId="6b59abb1c1abfe84" providerId="LiveId" clId="{FE95CC83-712F-4594-9D4F-6B995D45C01C}" dt="2026-01-04T23:36:07.393" v="875" actId="14100"/>
          <ac:picMkLst>
            <pc:docMk/>
            <pc:sldMk cId="0" sldId="261"/>
            <ac:picMk id="1026" creationId="{91E97383-60DD-70DC-F8E2-F479975C0DF3}"/>
          </ac:picMkLst>
        </pc:picChg>
      </pc:sldChg>
      <pc:sldChg chg="addSp delSp modSp mod">
        <pc:chgData name="Du Hân" userId="6b59abb1c1abfe84" providerId="LiveId" clId="{FE95CC83-712F-4594-9D4F-6B995D45C01C}" dt="2026-01-04T23:37:33.100" v="887" actId="1076"/>
        <pc:sldMkLst>
          <pc:docMk/>
          <pc:sldMk cId="0" sldId="262"/>
        </pc:sldMkLst>
        <pc:spChg chg="mod">
          <ac:chgData name="Du Hân" userId="6b59abb1c1abfe84" providerId="LiveId" clId="{FE95CC83-712F-4594-9D4F-6B995D45C01C}" dt="2026-01-04T23:36:52.712" v="879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Du Hân" userId="6b59abb1c1abfe84" providerId="LiveId" clId="{FE95CC83-712F-4594-9D4F-6B995D45C01C}" dt="2026-01-04T23:37:19.947" v="883" actId="478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Du Hân" userId="6b59abb1c1abfe84" providerId="LiveId" clId="{FE95CC83-712F-4594-9D4F-6B995D45C01C}" dt="2026-01-04T23:37:33.100" v="887" actId="1076"/>
          <ac:picMkLst>
            <pc:docMk/>
            <pc:sldMk cId="0" sldId="262"/>
            <ac:picMk id="2050" creationId="{216EB55F-7F20-12CC-C1B4-B4F34B27B5CF}"/>
          </ac:picMkLst>
        </pc:picChg>
      </pc:sldChg>
      <pc:sldChg chg="addSp delSp modSp mod">
        <pc:chgData name="Du Hân" userId="6b59abb1c1abfe84" providerId="LiveId" clId="{FE95CC83-712F-4594-9D4F-6B995D45C01C}" dt="2026-01-04T23:48:24.236" v="1080" actId="1076"/>
        <pc:sldMkLst>
          <pc:docMk/>
          <pc:sldMk cId="0" sldId="263"/>
        </pc:sldMkLst>
        <pc:spChg chg="mod">
          <ac:chgData name="Du Hân" userId="6b59abb1c1abfe84" providerId="LiveId" clId="{FE95CC83-712F-4594-9D4F-6B995D45C01C}" dt="2026-01-04T23:42:58.790" v="968" actId="1076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Du Hân" userId="6b59abb1c1abfe84" providerId="LiveId" clId="{FE95CC83-712F-4594-9D4F-6B995D45C01C}" dt="2026-01-04T23:42:53.596" v="966" actId="1076"/>
          <ac:spMkLst>
            <pc:docMk/>
            <pc:sldMk cId="0" sldId="263"/>
            <ac:spMk id="5" creationId="{F25DAA2A-9664-8247-A72C-7B521C40D803}"/>
          </ac:spMkLst>
        </pc:spChg>
        <pc:spChg chg="add mod">
          <ac:chgData name="Du Hân" userId="6b59abb1c1abfe84" providerId="LiveId" clId="{FE95CC83-712F-4594-9D4F-6B995D45C01C}" dt="2026-01-04T23:42:56.624" v="967" actId="1076"/>
          <ac:spMkLst>
            <pc:docMk/>
            <pc:sldMk cId="0" sldId="263"/>
            <ac:spMk id="7" creationId="{19AB7CC4-0ABE-6694-C5F0-5F98615F9ECE}"/>
          </ac:spMkLst>
        </pc:spChg>
        <pc:spChg chg="add mod ord">
          <ac:chgData name="Du Hân" userId="6b59abb1c1abfe84" providerId="LiveId" clId="{FE95CC83-712F-4594-9D4F-6B995D45C01C}" dt="2026-01-04T23:45:39.555" v="995" actId="164"/>
          <ac:spMkLst>
            <pc:docMk/>
            <pc:sldMk cId="0" sldId="263"/>
            <ac:spMk id="12" creationId="{3BCC8470-1D62-4A78-A22B-E7FBF377B858}"/>
          </ac:spMkLst>
        </pc:spChg>
        <pc:spChg chg="add mod">
          <ac:chgData name="Du Hân" userId="6b59abb1c1abfe84" providerId="LiveId" clId="{FE95CC83-712F-4594-9D4F-6B995D45C01C}" dt="2026-01-04T23:46:16.717" v="1042" actId="1076"/>
          <ac:spMkLst>
            <pc:docMk/>
            <pc:sldMk cId="0" sldId="263"/>
            <ac:spMk id="13" creationId="{A0CFAED3-3C26-19F4-FA94-8F811096FF32}"/>
          </ac:spMkLst>
        </pc:spChg>
        <pc:spChg chg="add mod ord">
          <ac:chgData name="Du Hân" userId="6b59abb1c1abfe84" providerId="LiveId" clId="{FE95CC83-712F-4594-9D4F-6B995D45C01C}" dt="2026-01-04T23:47:32.074" v="1058" actId="14100"/>
          <ac:spMkLst>
            <pc:docMk/>
            <pc:sldMk cId="0" sldId="263"/>
            <ac:spMk id="17" creationId="{047AB66A-F401-6894-8E39-9ECB6D440078}"/>
          </ac:spMkLst>
        </pc:spChg>
        <pc:spChg chg="add mod">
          <ac:chgData name="Du Hân" userId="6b59abb1c1abfe84" providerId="LiveId" clId="{FE95CC83-712F-4594-9D4F-6B995D45C01C}" dt="2026-01-04T23:48:24.236" v="1080" actId="1076"/>
          <ac:spMkLst>
            <pc:docMk/>
            <pc:sldMk cId="0" sldId="263"/>
            <ac:spMk id="18" creationId="{38FF0872-BD33-B2DB-6803-504F5E8C7D6C}"/>
          </ac:spMkLst>
        </pc:spChg>
        <pc:grpChg chg="add mod">
          <ac:chgData name="Du Hân" userId="6b59abb1c1abfe84" providerId="LiveId" clId="{FE95CC83-712F-4594-9D4F-6B995D45C01C}" dt="2026-01-04T23:46:13.279" v="1041" actId="1076"/>
          <ac:grpSpMkLst>
            <pc:docMk/>
            <pc:sldMk cId="0" sldId="263"/>
            <ac:grpSpMk id="14" creationId="{A50E1C58-97C2-A86E-0FE3-6ABF2FFA4C88}"/>
          </ac:grpSpMkLst>
        </pc:grpChg>
        <pc:picChg chg="add del mod">
          <ac:chgData name="Du Hân" userId="6b59abb1c1abfe84" providerId="LiveId" clId="{FE95CC83-712F-4594-9D4F-6B995D45C01C}" dt="2026-01-04T23:43:09.873" v="972" actId="478"/>
          <ac:picMkLst>
            <pc:docMk/>
            <pc:sldMk cId="0" sldId="263"/>
            <ac:picMk id="9" creationId="{85311152-1165-31CC-9CC0-A5B5226A3447}"/>
          </ac:picMkLst>
        </pc:picChg>
        <pc:picChg chg="add mod">
          <ac:chgData name="Du Hân" userId="6b59abb1c1abfe84" providerId="LiveId" clId="{FE95CC83-712F-4594-9D4F-6B995D45C01C}" dt="2026-01-04T23:45:39.555" v="995" actId="164"/>
          <ac:picMkLst>
            <pc:docMk/>
            <pc:sldMk cId="0" sldId="263"/>
            <ac:picMk id="11" creationId="{9E6D3C89-0FE1-77E3-FFB7-214A0209BEF2}"/>
          </ac:picMkLst>
        </pc:picChg>
        <pc:picChg chg="add mod">
          <ac:chgData name="Du Hân" userId="6b59abb1c1abfe84" providerId="LiveId" clId="{FE95CC83-712F-4594-9D4F-6B995D45C01C}" dt="2026-01-04T23:47:35.047" v="1059" actId="1076"/>
          <ac:picMkLst>
            <pc:docMk/>
            <pc:sldMk cId="0" sldId="263"/>
            <ac:picMk id="16" creationId="{819BD98F-D3DA-60D9-4244-7C9FF684B79C}"/>
          </ac:picMkLst>
        </pc:picChg>
        <pc:picChg chg="add mod">
          <ac:chgData name="Du Hân" userId="6b59abb1c1abfe84" providerId="LiveId" clId="{FE95CC83-712F-4594-9D4F-6B995D45C01C}" dt="2026-01-04T23:45:09.970" v="990" actId="14100"/>
          <ac:picMkLst>
            <pc:docMk/>
            <pc:sldMk cId="0" sldId="263"/>
            <ac:picMk id="3074" creationId="{8ED70E8E-625C-AA62-77A1-EA0B7964A607}"/>
          </ac:picMkLst>
        </pc:picChg>
        <pc:picChg chg="add mod">
          <ac:chgData name="Du Hân" userId="6b59abb1c1abfe84" providerId="LiveId" clId="{FE95CC83-712F-4594-9D4F-6B995D45C01C}" dt="2026-01-04T23:42:50.613" v="964" actId="1076"/>
          <ac:picMkLst>
            <pc:docMk/>
            <pc:sldMk cId="0" sldId="263"/>
            <ac:picMk id="3075" creationId="{908C8A33-681A-4198-F2E3-CF5BDD3EB790}"/>
          </ac:picMkLst>
        </pc:picChg>
        <pc:picChg chg="add mod">
          <ac:chgData name="Du Hân" userId="6b59abb1c1abfe84" providerId="LiveId" clId="{FE95CC83-712F-4594-9D4F-6B995D45C01C}" dt="2026-01-04T23:42:51.696" v="965" actId="1076"/>
          <ac:picMkLst>
            <pc:docMk/>
            <pc:sldMk cId="0" sldId="263"/>
            <ac:picMk id="3076" creationId="{A66A336C-2B07-9F32-06EF-C89DC1BCE233}"/>
          </ac:picMkLst>
        </pc:picChg>
      </pc:sldChg>
      <pc:sldChg chg="modSp mod">
        <pc:chgData name="Du Hân" userId="6b59abb1c1abfe84" providerId="LiveId" clId="{FE95CC83-712F-4594-9D4F-6B995D45C01C}" dt="2026-01-05T00:36:26.493" v="1104" actId="20577"/>
        <pc:sldMkLst>
          <pc:docMk/>
          <pc:sldMk cId="0" sldId="264"/>
        </pc:sldMkLst>
        <pc:spChg chg="mod">
          <ac:chgData name="Du Hân" userId="6b59abb1c1abfe84" providerId="LiveId" clId="{FE95CC83-712F-4594-9D4F-6B995D45C01C}" dt="2026-01-05T00:36:26.493" v="1104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new mod setBg">
        <pc:chgData name="Du Hân" userId="6b59abb1c1abfe84" providerId="LiveId" clId="{FE95CC83-712F-4594-9D4F-6B995D45C01C}" dt="2026-01-04T22:57:09.067" v="393" actId="478"/>
        <pc:sldMkLst>
          <pc:docMk/>
          <pc:sldMk cId="2622629431" sldId="271"/>
        </pc:sldMkLst>
        <pc:spChg chg="del">
          <ac:chgData name="Du Hân" userId="6b59abb1c1abfe84" providerId="LiveId" clId="{FE95CC83-712F-4594-9D4F-6B995D45C01C}" dt="2026-01-04T22:55:25.520" v="379" actId="478"/>
          <ac:spMkLst>
            <pc:docMk/>
            <pc:sldMk cId="2622629431" sldId="271"/>
            <ac:spMk id="2" creationId="{8A7AE545-E4DD-446C-7664-CE32928FFB8D}"/>
          </ac:spMkLst>
        </pc:spChg>
        <pc:spChg chg="del mod">
          <ac:chgData name="Du Hân" userId="6b59abb1c1abfe84" providerId="LiveId" clId="{FE95CC83-712F-4594-9D4F-6B995D45C01C}" dt="2026-01-04T22:55:26.666" v="381" actId="478"/>
          <ac:spMkLst>
            <pc:docMk/>
            <pc:sldMk cId="2622629431" sldId="271"/>
            <ac:spMk id="3" creationId="{F98E88A6-996A-C41D-326B-68026D7A8659}"/>
          </ac:spMkLst>
        </pc:spChg>
        <pc:spChg chg="add del">
          <ac:chgData name="Du Hân" userId="6b59abb1c1abfe84" providerId="LiveId" clId="{FE95CC83-712F-4594-9D4F-6B995D45C01C}" dt="2026-01-04T22:56:18.587" v="389" actId="26606"/>
          <ac:spMkLst>
            <pc:docMk/>
            <pc:sldMk cId="2622629431" sldId="271"/>
            <ac:spMk id="9" creationId="{57845966-6EFC-468A-9CC7-BAB4B95854E7}"/>
          </ac:spMkLst>
        </pc:spChg>
        <pc:spChg chg="add del">
          <ac:chgData name="Du Hân" userId="6b59abb1c1abfe84" providerId="LiveId" clId="{FE95CC83-712F-4594-9D4F-6B995D45C01C}" dt="2026-01-04T22:56:18.587" v="389" actId="26606"/>
          <ac:spMkLst>
            <pc:docMk/>
            <pc:sldMk cId="2622629431" sldId="271"/>
            <ac:spMk id="13" creationId="{ADAD1991-FFD1-4E94-ABAB-7560D33008E4}"/>
          </ac:spMkLst>
        </pc:spChg>
        <pc:picChg chg="add del mod">
          <ac:chgData name="Du Hân" userId="6b59abb1c1abfe84" providerId="LiveId" clId="{FE95CC83-712F-4594-9D4F-6B995D45C01C}" dt="2026-01-04T22:57:09.067" v="393" actId="478"/>
          <ac:picMkLst>
            <pc:docMk/>
            <pc:sldMk cId="2622629431" sldId="271"/>
            <ac:picMk id="4" creationId="{3D294173-0B50-4672-482D-3632F6A2D4F6}"/>
          </ac:picMkLst>
        </pc:picChg>
        <pc:picChg chg="add del">
          <ac:chgData name="Du Hân" userId="6b59abb1c1abfe84" providerId="LiveId" clId="{FE95CC83-712F-4594-9D4F-6B995D45C01C}" dt="2026-01-04T22:56:18.587" v="389" actId="26606"/>
          <ac:picMkLst>
            <pc:docMk/>
            <pc:sldMk cId="2622629431" sldId="271"/>
            <ac:picMk id="11" creationId="{75554383-98AF-4A47-BB65-705FAAA4BE6A}"/>
          </ac:picMkLst>
        </pc:picChg>
      </pc:sldChg>
      <pc:sldChg chg="addSp delSp modSp add del mod">
        <pc:chgData name="Du Hân" userId="6b59abb1c1abfe84" providerId="LiveId" clId="{FE95CC83-712F-4594-9D4F-6B995D45C01C}" dt="2026-01-04T23:45:19.480" v="991" actId="47"/>
        <pc:sldMkLst>
          <pc:docMk/>
          <pc:sldMk cId="660843239" sldId="272"/>
        </pc:sldMkLst>
        <pc:spChg chg="del">
          <ac:chgData name="Du Hân" userId="6b59abb1c1abfe84" providerId="LiveId" clId="{FE95CC83-712F-4594-9D4F-6B995D45C01C}" dt="2026-01-04T23:42:46.079" v="962" actId="478"/>
          <ac:spMkLst>
            <pc:docMk/>
            <pc:sldMk cId="660843239" sldId="272"/>
            <ac:spMk id="3" creationId="{DA2B6592-B756-1748-5CC7-3DDBAB2A7132}"/>
          </ac:spMkLst>
        </pc:spChg>
        <pc:spChg chg="del">
          <ac:chgData name="Du Hân" userId="6b59abb1c1abfe84" providerId="LiveId" clId="{FE95CC83-712F-4594-9D4F-6B995D45C01C}" dt="2026-01-04T23:42:43.744" v="960" actId="478"/>
          <ac:spMkLst>
            <pc:docMk/>
            <pc:sldMk cId="660843239" sldId="272"/>
            <ac:spMk id="5" creationId="{6C48B8EA-5A11-FF64-265A-DF2B7FBD9920}"/>
          </ac:spMkLst>
        </pc:spChg>
        <pc:spChg chg="add mod">
          <ac:chgData name="Du Hân" userId="6b59abb1c1abfe84" providerId="LiveId" clId="{FE95CC83-712F-4594-9D4F-6B995D45C01C}" dt="2026-01-04T23:42:46.079" v="962" actId="478"/>
          <ac:spMkLst>
            <pc:docMk/>
            <pc:sldMk cId="660843239" sldId="272"/>
            <ac:spMk id="6" creationId="{15F888E5-E9DA-FD86-18DD-E9B9C152CF4D}"/>
          </ac:spMkLst>
        </pc:spChg>
        <pc:spChg chg="del">
          <ac:chgData name="Du Hân" userId="6b59abb1c1abfe84" providerId="LiveId" clId="{FE95CC83-712F-4594-9D4F-6B995D45C01C}" dt="2026-01-04T23:42:44.917" v="961" actId="478"/>
          <ac:spMkLst>
            <pc:docMk/>
            <pc:sldMk cId="660843239" sldId="272"/>
            <ac:spMk id="7" creationId="{451FF0E7-DB33-995D-2C5C-886508980D1B}"/>
          </ac:spMkLst>
        </pc:spChg>
        <pc:picChg chg="del">
          <ac:chgData name="Du Hân" userId="6b59abb1c1abfe84" providerId="LiveId" clId="{FE95CC83-712F-4594-9D4F-6B995D45C01C}" dt="2026-01-04T23:42:36.700" v="957" actId="478"/>
          <ac:picMkLst>
            <pc:docMk/>
            <pc:sldMk cId="660843239" sldId="272"/>
            <ac:picMk id="3074" creationId="{F37D09EE-C9CF-F745-BA4D-78AC89CB8CFA}"/>
          </ac:picMkLst>
        </pc:picChg>
        <pc:picChg chg="del">
          <ac:chgData name="Du Hân" userId="6b59abb1c1abfe84" providerId="LiveId" clId="{FE95CC83-712F-4594-9D4F-6B995D45C01C}" dt="2026-01-04T23:42:38.003" v="958" actId="478"/>
          <ac:picMkLst>
            <pc:docMk/>
            <pc:sldMk cId="660843239" sldId="272"/>
            <ac:picMk id="3075" creationId="{F6BB087B-48AB-8007-6584-547A3C22E11F}"/>
          </ac:picMkLst>
        </pc:picChg>
        <pc:picChg chg="del">
          <ac:chgData name="Du Hân" userId="6b59abb1c1abfe84" providerId="LiveId" clId="{FE95CC83-712F-4594-9D4F-6B995D45C01C}" dt="2026-01-04T23:42:40.312" v="959" actId="478"/>
          <ac:picMkLst>
            <pc:docMk/>
            <pc:sldMk cId="660843239" sldId="272"/>
            <ac:picMk id="3076" creationId="{3BD32199-918E-FEAF-9D1D-AC2D98F3AD58}"/>
          </ac:picMkLst>
        </pc:picChg>
      </pc:sldChg>
      <pc:sldMasterChg chg="addSp delSp modSp mod modSldLayout">
        <pc:chgData name="Du Hân" userId="6b59abb1c1abfe84" providerId="LiveId" clId="{FE95CC83-712F-4594-9D4F-6B995D45C01C}" dt="2026-01-04T23:01:22.501" v="496" actId="478"/>
        <pc:sldMasterMkLst>
          <pc:docMk/>
          <pc:sldMasterMk cId="2209977519" sldId="2147483648"/>
        </pc:sldMasterMkLst>
        <pc:spChg chg="del">
          <ac:chgData name="Du Hân" userId="6b59abb1c1abfe84" providerId="LiveId" clId="{FE95CC83-712F-4594-9D4F-6B995D45C01C}" dt="2026-01-04T22:56:45.544" v="390" actId="478"/>
          <ac:spMkLst>
            <pc:docMk/>
            <pc:sldMasterMk cId="2209977519" sldId="2147483648"/>
            <ac:spMk id="2" creationId="{00000000-0000-0000-0000-000000000000}"/>
          </ac:spMkLst>
        </pc:spChg>
        <pc:picChg chg="add mod">
          <ac:chgData name="Du Hân" userId="6b59abb1c1abfe84" providerId="LiveId" clId="{FE95CC83-712F-4594-9D4F-6B995D45C01C}" dt="2026-01-04T22:56:58.838" v="392" actId="1076"/>
          <ac:picMkLst>
            <pc:docMk/>
            <pc:sldMasterMk cId="2209977519" sldId="2147483648"/>
            <ac:picMk id="7" creationId="{AC012CB8-5CCA-9D3C-6360-E11F7479F54F}"/>
          </ac:picMkLst>
        </pc:picChg>
        <pc:sldLayoutChg chg="addSp delSp modSp mod">
          <pc:chgData name="Du Hân" userId="6b59abb1c1abfe84" providerId="LiveId" clId="{FE95CC83-712F-4594-9D4F-6B995D45C01C}" dt="2026-01-04T23:01:22.501" v="496" actId="478"/>
          <pc:sldLayoutMkLst>
            <pc:docMk/>
            <pc:sldMasterMk cId="2209977519" sldId="2147483648"/>
            <pc:sldLayoutMk cId="2614314258" sldId="2147483650"/>
          </pc:sldLayoutMkLst>
          <pc:spChg chg="del">
            <ac:chgData name="Du Hân" userId="6b59abb1c1abfe84" providerId="LiveId" clId="{FE95CC83-712F-4594-9D4F-6B995D45C01C}" dt="2026-01-04T23:01:22.501" v="496" actId="478"/>
            <ac:spMkLst>
              <pc:docMk/>
              <pc:sldMasterMk cId="2209977519" sldId="2147483648"/>
              <pc:sldLayoutMk cId="2614314258" sldId="2147483650"/>
              <ac:spMk id="2" creationId="{00000000-0000-0000-0000-000000000000}"/>
            </ac:spMkLst>
          </pc:spChg>
          <pc:spChg chg="add mod">
            <ac:chgData name="Du Hân" userId="6b59abb1c1abfe84" providerId="LiveId" clId="{FE95CC83-712F-4594-9D4F-6B995D45C01C}" dt="2026-01-04T22:58:15.671" v="401" actId="1076"/>
            <ac:spMkLst>
              <pc:docMk/>
              <pc:sldMasterMk cId="2209977519" sldId="2147483648"/>
              <pc:sldLayoutMk cId="2614314258" sldId="2147483650"/>
              <ac:spMk id="7" creationId="{A6C50756-2443-C98C-E6FA-4B3677B4FE0A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B806F3-1020-454D-9C50-EB18BDC96F9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EBB7D-7A92-400A-B6C9-757EF623EB03}">
      <dgm:prSet custT="1"/>
      <dgm:spPr/>
      <dgm:t>
        <a:bodyPr/>
        <a:lstStyle/>
        <a:p>
          <a:r>
            <a:rPr lang="en-US" sz="3200" dirty="0"/>
            <a:t>HTML, CSS, </a:t>
          </a:r>
          <a:r>
            <a:rPr lang="vi-VN" sz="3200" dirty="0" err="1"/>
            <a:t>Bootstrap</a:t>
          </a:r>
          <a:endParaRPr lang="en-US" sz="3200" dirty="0"/>
        </a:p>
      </dgm:t>
    </dgm:pt>
    <dgm:pt modelId="{AD714A57-068D-4A2A-9F71-2298A640DDD2}" type="parTrans" cxnId="{B4762ED2-1F97-4690-BFB8-1E746DE7E6F9}">
      <dgm:prSet/>
      <dgm:spPr/>
      <dgm:t>
        <a:bodyPr/>
        <a:lstStyle/>
        <a:p>
          <a:endParaRPr lang="en-US"/>
        </a:p>
      </dgm:t>
    </dgm:pt>
    <dgm:pt modelId="{86154318-1051-451B-8FC6-8D334437C925}" type="sibTrans" cxnId="{B4762ED2-1F97-4690-BFB8-1E746DE7E6F9}">
      <dgm:prSet/>
      <dgm:spPr/>
      <dgm:t>
        <a:bodyPr/>
        <a:lstStyle/>
        <a:p>
          <a:endParaRPr lang="en-US"/>
        </a:p>
      </dgm:t>
    </dgm:pt>
    <dgm:pt modelId="{823B910C-6BF0-4476-9914-554A0F035BF0}">
      <dgm:prSet custT="1"/>
      <dgm:spPr/>
      <dgm:t>
        <a:bodyPr/>
        <a:lstStyle/>
        <a:p>
          <a:r>
            <a:rPr lang="en-US" sz="3200" dirty="0" err="1"/>
            <a:t>JavaScrip</a:t>
          </a:r>
          <a:endParaRPr lang="en-US" sz="3200" dirty="0"/>
        </a:p>
      </dgm:t>
    </dgm:pt>
    <dgm:pt modelId="{F872B043-78FE-41F0-B5C4-6E38DED555DD}" type="parTrans" cxnId="{C0F04A92-B433-4EE8-8140-B6E4DBA75E1F}">
      <dgm:prSet/>
      <dgm:spPr/>
      <dgm:t>
        <a:bodyPr/>
        <a:lstStyle/>
        <a:p>
          <a:endParaRPr lang="en-US"/>
        </a:p>
      </dgm:t>
    </dgm:pt>
    <dgm:pt modelId="{E3902D17-0745-4259-B230-E3FFD534D153}" type="sibTrans" cxnId="{C0F04A92-B433-4EE8-8140-B6E4DBA75E1F}">
      <dgm:prSet/>
      <dgm:spPr/>
      <dgm:t>
        <a:bodyPr/>
        <a:lstStyle/>
        <a:p>
          <a:endParaRPr lang="en-US"/>
        </a:p>
      </dgm:t>
    </dgm:pt>
    <dgm:pt modelId="{008A44E5-9C61-43A3-ACBD-4657F6B0844A}">
      <dgm:prSet custT="1"/>
      <dgm:spPr/>
      <dgm:t>
        <a:bodyPr/>
        <a:lstStyle/>
        <a:p>
          <a:r>
            <a:rPr lang="en-US" sz="3200" dirty="0" err="1"/>
            <a:t>LocalStorage</a:t>
          </a:r>
          <a:endParaRPr lang="en-US" sz="3200" dirty="0"/>
        </a:p>
      </dgm:t>
    </dgm:pt>
    <dgm:pt modelId="{6D40A8F5-5F41-4DB7-B84D-4E46F6694915}" type="parTrans" cxnId="{29CD3849-8D9A-4D11-AE09-B9226A0053A6}">
      <dgm:prSet/>
      <dgm:spPr/>
      <dgm:t>
        <a:bodyPr/>
        <a:lstStyle/>
        <a:p>
          <a:endParaRPr lang="en-US"/>
        </a:p>
      </dgm:t>
    </dgm:pt>
    <dgm:pt modelId="{38A962D1-89E1-4286-A5FB-B27F287B7683}" type="sibTrans" cxnId="{29CD3849-8D9A-4D11-AE09-B9226A0053A6}">
      <dgm:prSet/>
      <dgm:spPr/>
      <dgm:t>
        <a:bodyPr/>
        <a:lstStyle/>
        <a:p>
          <a:endParaRPr lang="en-US"/>
        </a:p>
      </dgm:t>
    </dgm:pt>
    <dgm:pt modelId="{64EAA5C0-A543-4523-9ECA-8A9DA5DD96C2}" type="pres">
      <dgm:prSet presAssocID="{18B806F3-1020-454D-9C50-EB18BDC96F92}" presName="vert0" presStyleCnt="0">
        <dgm:presLayoutVars>
          <dgm:dir/>
          <dgm:animOne val="branch"/>
          <dgm:animLvl val="lvl"/>
        </dgm:presLayoutVars>
      </dgm:prSet>
      <dgm:spPr/>
    </dgm:pt>
    <dgm:pt modelId="{0A382AF8-9453-4308-B867-72CE2E3CF1FB}" type="pres">
      <dgm:prSet presAssocID="{C33EBB7D-7A92-400A-B6C9-757EF623EB03}" presName="thickLine" presStyleLbl="alignNode1" presStyleIdx="0" presStyleCnt="3"/>
      <dgm:spPr/>
    </dgm:pt>
    <dgm:pt modelId="{BF5DBF48-A1AE-4CC3-A2AC-3B506CA02228}" type="pres">
      <dgm:prSet presAssocID="{C33EBB7D-7A92-400A-B6C9-757EF623EB03}" presName="horz1" presStyleCnt="0"/>
      <dgm:spPr/>
    </dgm:pt>
    <dgm:pt modelId="{2F6D5048-0466-49F4-A2F7-ED2A9B0B2407}" type="pres">
      <dgm:prSet presAssocID="{C33EBB7D-7A92-400A-B6C9-757EF623EB03}" presName="tx1" presStyleLbl="revTx" presStyleIdx="0" presStyleCnt="3"/>
      <dgm:spPr/>
    </dgm:pt>
    <dgm:pt modelId="{D3546D32-BA8A-4EA2-8459-BD916952C693}" type="pres">
      <dgm:prSet presAssocID="{C33EBB7D-7A92-400A-B6C9-757EF623EB03}" presName="vert1" presStyleCnt="0"/>
      <dgm:spPr/>
    </dgm:pt>
    <dgm:pt modelId="{C5B398D8-3B1D-4002-A905-C42E48DE8348}" type="pres">
      <dgm:prSet presAssocID="{823B910C-6BF0-4476-9914-554A0F035BF0}" presName="thickLine" presStyleLbl="alignNode1" presStyleIdx="1" presStyleCnt="3"/>
      <dgm:spPr/>
    </dgm:pt>
    <dgm:pt modelId="{12C2A77B-5A35-4921-BDB3-106A17A616E6}" type="pres">
      <dgm:prSet presAssocID="{823B910C-6BF0-4476-9914-554A0F035BF0}" presName="horz1" presStyleCnt="0"/>
      <dgm:spPr/>
    </dgm:pt>
    <dgm:pt modelId="{9BD0B796-0671-43CB-8926-D54201DB888D}" type="pres">
      <dgm:prSet presAssocID="{823B910C-6BF0-4476-9914-554A0F035BF0}" presName="tx1" presStyleLbl="revTx" presStyleIdx="1" presStyleCnt="3"/>
      <dgm:spPr/>
    </dgm:pt>
    <dgm:pt modelId="{19FDD50E-FB27-41F0-9408-7D92D3CD9DC2}" type="pres">
      <dgm:prSet presAssocID="{823B910C-6BF0-4476-9914-554A0F035BF0}" presName="vert1" presStyleCnt="0"/>
      <dgm:spPr/>
    </dgm:pt>
    <dgm:pt modelId="{975C385E-DD14-48BB-B0A5-63684DBC12F7}" type="pres">
      <dgm:prSet presAssocID="{008A44E5-9C61-43A3-ACBD-4657F6B0844A}" presName="thickLine" presStyleLbl="alignNode1" presStyleIdx="2" presStyleCnt="3"/>
      <dgm:spPr/>
    </dgm:pt>
    <dgm:pt modelId="{1F0578AA-B1F9-44E2-AFD1-A64DF7A2DC46}" type="pres">
      <dgm:prSet presAssocID="{008A44E5-9C61-43A3-ACBD-4657F6B0844A}" presName="horz1" presStyleCnt="0"/>
      <dgm:spPr/>
    </dgm:pt>
    <dgm:pt modelId="{1053B333-C3B4-496E-858C-78DAC7F64A1B}" type="pres">
      <dgm:prSet presAssocID="{008A44E5-9C61-43A3-ACBD-4657F6B0844A}" presName="tx1" presStyleLbl="revTx" presStyleIdx="2" presStyleCnt="3"/>
      <dgm:spPr/>
    </dgm:pt>
    <dgm:pt modelId="{D940ADC3-7C0A-42C2-A4B5-332506961098}" type="pres">
      <dgm:prSet presAssocID="{008A44E5-9C61-43A3-ACBD-4657F6B0844A}" presName="vert1" presStyleCnt="0"/>
      <dgm:spPr/>
    </dgm:pt>
  </dgm:ptLst>
  <dgm:cxnLst>
    <dgm:cxn modelId="{4FE52E1A-3CBF-4934-8C79-9D32197D2F04}" type="presOf" srcId="{C33EBB7D-7A92-400A-B6C9-757EF623EB03}" destId="{2F6D5048-0466-49F4-A2F7-ED2A9B0B2407}" srcOrd="0" destOrd="0" presId="urn:microsoft.com/office/officeart/2008/layout/LinedList"/>
    <dgm:cxn modelId="{29CD3849-8D9A-4D11-AE09-B9226A0053A6}" srcId="{18B806F3-1020-454D-9C50-EB18BDC96F92}" destId="{008A44E5-9C61-43A3-ACBD-4657F6B0844A}" srcOrd="2" destOrd="0" parTransId="{6D40A8F5-5F41-4DB7-B84D-4E46F6694915}" sibTransId="{38A962D1-89E1-4286-A5FB-B27F287B7683}"/>
    <dgm:cxn modelId="{61541E71-BE4A-4D63-8AF4-B6024042E72B}" type="presOf" srcId="{823B910C-6BF0-4476-9914-554A0F035BF0}" destId="{9BD0B796-0671-43CB-8926-D54201DB888D}" srcOrd="0" destOrd="0" presId="urn:microsoft.com/office/officeart/2008/layout/LinedList"/>
    <dgm:cxn modelId="{C0F04A92-B433-4EE8-8140-B6E4DBA75E1F}" srcId="{18B806F3-1020-454D-9C50-EB18BDC96F92}" destId="{823B910C-6BF0-4476-9914-554A0F035BF0}" srcOrd="1" destOrd="0" parTransId="{F872B043-78FE-41F0-B5C4-6E38DED555DD}" sibTransId="{E3902D17-0745-4259-B230-E3FFD534D153}"/>
    <dgm:cxn modelId="{1EE701AB-FEE6-4BE6-A503-E49A14875499}" type="presOf" srcId="{008A44E5-9C61-43A3-ACBD-4657F6B0844A}" destId="{1053B333-C3B4-496E-858C-78DAC7F64A1B}" srcOrd="0" destOrd="0" presId="urn:microsoft.com/office/officeart/2008/layout/LinedList"/>
    <dgm:cxn modelId="{B4762ED2-1F97-4690-BFB8-1E746DE7E6F9}" srcId="{18B806F3-1020-454D-9C50-EB18BDC96F92}" destId="{C33EBB7D-7A92-400A-B6C9-757EF623EB03}" srcOrd="0" destOrd="0" parTransId="{AD714A57-068D-4A2A-9F71-2298A640DDD2}" sibTransId="{86154318-1051-451B-8FC6-8D334437C925}"/>
    <dgm:cxn modelId="{35E127E7-3B2C-40A2-8F73-F8F3257CE7A8}" type="presOf" srcId="{18B806F3-1020-454D-9C50-EB18BDC96F92}" destId="{64EAA5C0-A543-4523-9ECA-8A9DA5DD96C2}" srcOrd="0" destOrd="0" presId="urn:microsoft.com/office/officeart/2008/layout/LinedList"/>
    <dgm:cxn modelId="{F7CB1C13-F0F7-476A-90AD-BC42D0A7EF4C}" type="presParOf" srcId="{64EAA5C0-A543-4523-9ECA-8A9DA5DD96C2}" destId="{0A382AF8-9453-4308-B867-72CE2E3CF1FB}" srcOrd="0" destOrd="0" presId="urn:microsoft.com/office/officeart/2008/layout/LinedList"/>
    <dgm:cxn modelId="{F080EFB2-BE32-492A-9D3C-923ABE990490}" type="presParOf" srcId="{64EAA5C0-A543-4523-9ECA-8A9DA5DD96C2}" destId="{BF5DBF48-A1AE-4CC3-A2AC-3B506CA02228}" srcOrd="1" destOrd="0" presId="urn:microsoft.com/office/officeart/2008/layout/LinedList"/>
    <dgm:cxn modelId="{A4C5A6B9-BD03-4177-9EDE-6C8CEC721F3C}" type="presParOf" srcId="{BF5DBF48-A1AE-4CC3-A2AC-3B506CA02228}" destId="{2F6D5048-0466-49F4-A2F7-ED2A9B0B2407}" srcOrd="0" destOrd="0" presId="urn:microsoft.com/office/officeart/2008/layout/LinedList"/>
    <dgm:cxn modelId="{0AD1FD6E-F201-4348-8FA1-734051681CD8}" type="presParOf" srcId="{BF5DBF48-A1AE-4CC3-A2AC-3B506CA02228}" destId="{D3546D32-BA8A-4EA2-8459-BD916952C693}" srcOrd="1" destOrd="0" presId="urn:microsoft.com/office/officeart/2008/layout/LinedList"/>
    <dgm:cxn modelId="{3576F7CD-A8B2-4240-8882-D9DA4554108E}" type="presParOf" srcId="{64EAA5C0-A543-4523-9ECA-8A9DA5DD96C2}" destId="{C5B398D8-3B1D-4002-A905-C42E48DE8348}" srcOrd="2" destOrd="0" presId="urn:microsoft.com/office/officeart/2008/layout/LinedList"/>
    <dgm:cxn modelId="{3A4322F7-BF5A-4CA6-9896-E605BD9CC06E}" type="presParOf" srcId="{64EAA5C0-A543-4523-9ECA-8A9DA5DD96C2}" destId="{12C2A77B-5A35-4921-BDB3-106A17A616E6}" srcOrd="3" destOrd="0" presId="urn:microsoft.com/office/officeart/2008/layout/LinedList"/>
    <dgm:cxn modelId="{5C95D692-BCDD-466D-ABF1-F37089080EA0}" type="presParOf" srcId="{12C2A77B-5A35-4921-BDB3-106A17A616E6}" destId="{9BD0B796-0671-43CB-8926-D54201DB888D}" srcOrd="0" destOrd="0" presId="urn:microsoft.com/office/officeart/2008/layout/LinedList"/>
    <dgm:cxn modelId="{D0FDCE58-53D4-40EE-9675-08E287BB08EB}" type="presParOf" srcId="{12C2A77B-5A35-4921-BDB3-106A17A616E6}" destId="{19FDD50E-FB27-41F0-9408-7D92D3CD9DC2}" srcOrd="1" destOrd="0" presId="urn:microsoft.com/office/officeart/2008/layout/LinedList"/>
    <dgm:cxn modelId="{88E4D7FA-84BE-474F-8B48-FDED33C25B1D}" type="presParOf" srcId="{64EAA5C0-A543-4523-9ECA-8A9DA5DD96C2}" destId="{975C385E-DD14-48BB-B0A5-63684DBC12F7}" srcOrd="4" destOrd="0" presId="urn:microsoft.com/office/officeart/2008/layout/LinedList"/>
    <dgm:cxn modelId="{5314625C-1BF6-468A-B6E0-552F747A4893}" type="presParOf" srcId="{64EAA5C0-A543-4523-9ECA-8A9DA5DD96C2}" destId="{1F0578AA-B1F9-44E2-AFD1-A64DF7A2DC46}" srcOrd="5" destOrd="0" presId="urn:microsoft.com/office/officeart/2008/layout/LinedList"/>
    <dgm:cxn modelId="{84DB39E4-D03D-4231-A1BC-D5E1FB6A48F2}" type="presParOf" srcId="{1F0578AA-B1F9-44E2-AFD1-A64DF7A2DC46}" destId="{1053B333-C3B4-496E-858C-78DAC7F64A1B}" srcOrd="0" destOrd="0" presId="urn:microsoft.com/office/officeart/2008/layout/LinedList"/>
    <dgm:cxn modelId="{03029B1E-5DDB-410B-B265-85C706C0EC54}" type="presParOf" srcId="{1F0578AA-B1F9-44E2-AFD1-A64DF7A2DC46}" destId="{D940ADC3-7C0A-42C2-A4B5-3325069610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82AF8-9453-4308-B867-72CE2E3CF1FB}">
      <dsp:nvSpPr>
        <dsp:cNvPr id="0" name=""/>
        <dsp:cNvSpPr/>
      </dsp:nvSpPr>
      <dsp:spPr>
        <a:xfrm>
          <a:off x="0" y="1853"/>
          <a:ext cx="4038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D5048-0466-49F4-A2F7-ED2A9B0B2407}">
      <dsp:nvSpPr>
        <dsp:cNvPr id="0" name=""/>
        <dsp:cNvSpPr/>
      </dsp:nvSpPr>
      <dsp:spPr>
        <a:xfrm>
          <a:off x="0" y="1853"/>
          <a:ext cx="4038600" cy="1264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HTML, CSS, </a:t>
          </a:r>
          <a:r>
            <a:rPr lang="vi-VN" sz="3200" kern="1200" dirty="0" err="1"/>
            <a:t>Bootstrap</a:t>
          </a:r>
          <a:endParaRPr lang="en-US" sz="3200" kern="1200" dirty="0"/>
        </a:p>
      </dsp:txBody>
      <dsp:txXfrm>
        <a:off x="0" y="1853"/>
        <a:ext cx="4038600" cy="1264070"/>
      </dsp:txXfrm>
    </dsp:sp>
    <dsp:sp modelId="{C5B398D8-3B1D-4002-A905-C42E48DE8348}">
      <dsp:nvSpPr>
        <dsp:cNvPr id="0" name=""/>
        <dsp:cNvSpPr/>
      </dsp:nvSpPr>
      <dsp:spPr>
        <a:xfrm>
          <a:off x="0" y="1265923"/>
          <a:ext cx="4038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0B796-0671-43CB-8926-D54201DB888D}">
      <dsp:nvSpPr>
        <dsp:cNvPr id="0" name=""/>
        <dsp:cNvSpPr/>
      </dsp:nvSpPr>
      <dsp:spPr>
        <a:xfrm>
          <a:off x="0" y="1265923"/>
          <a:ext cx="4038600" cy="1264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JavaScrip</a:t>
          </a:r>
          <a:endParaRPr lang="en-US" sz="3200" kern="1200" dirty="0"/>
        </a:p>
      </dsp:txBody>
      <dsp:txXfrm>
        <a:off x="0" y="1265923"/>
        <a:ext cx="4038600" cy="1264070"/>
      </dsp:txXfrm>
    </dsp:sp>
    <dsp:sp modelId="{975C385E-DD14-48BB-B0A5-63684DBC12F7}">
      <dsp:nvSpPr>
        <dsp:cNvPr id="0" name=""/>
        <dsp:cNvSpPr/>
      </dsp:nvSpPr>
      <dsp:spPr>
        <a:xfrm>
          <a:off x="0" y="2529994"/>
          <a:ext cx="4038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3B333-C3B4-496E-858C-78DAC7F64A1B}">
      <dsp:nvSpPr>
        <dsp:cNvPr id="0" name=""/>
        <dsp:cNvSpPr/>
      </dsp:nvSpPr>
      <dsp:spPr>
        <a:xfrm>
          <a:off x="0" y="2529994"/>
          <a:ext cx="4038600" cy="1264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LocalStorage</a:t>
          </a:r>
          <a:endParaRPr lang="en-US" sz="3200" kern="1200" dirty="0"/>
        </a:p>
      </dsp:txBody>
      <dsp:txXfrm>
        <a:off x="0" y="2529994"/>
        <a:ext cx="4038600" cy="1264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C50756-2443-C98C-E6FA-4B3677B4FE0A}"/>
              </a:ext>
            </a:extLst>
          </p:cNvPr>
          <p:cNvSpPr/>
          <p:nvPr userDrawn="1"/>
        </p:nvSpPr>
        <p:spPr>
          <a:xfrm>
            <a:off x="0" y="6308725"/>
            <a:ext cx="9144000" cy="52602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12CB8-5CCA-9D3C-6360-E11F7479F54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38700"/>
            <a:ext cx="1489738" cy="174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4019" y="1996044"/>
            <a:ext cx="8735962" cy="16916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vi-VN" sz="4800" b="1" dirty="0">
                <a:latin typeface="+mn-lt"/>
              </a:rPr>
              <a:t>THIẾT KẾ </a:t>
            </a:r>
            <a:br>
              <a:rPr lang="vi-VN" sz="4800" b="1" dirty="0">
                <a:latin typeface="+mn-lt"/>
              </a:rPr>
            </a:br>
            <a:r>
              <a:rPr lang="vi-VN" sz="4800" b="1" dirty="0">
                <a:latin typeface="+mn-lt"/>
              </a:rPr>
              <a:t>WEBSITE GIỚI THIỆU SÁCH</a:t>
            </a:r>
            <a:endParaRPr lang="en-US" sz="4800" b="1" dirty="0">
              <a:solidFill>
                <a:schemeClr val="accent4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64288-DA3F-320B-7F59-9F0FC7E26670}"/>
              </a:ext>
            </a:extLst>
          </p:cNvPr>
          <p:cNvSpPr/>
          <p:nvPr/>
        </p:nvSpPr>
        <p:spPr>
          <a:xfrm>
            <a:off x="0" y="6331974"/>
            <a:ext cx="9144000" cy="52602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84EC2-2AC0-A4FD-AB08-A70EF5E5BDFF}"/>
              </a:ext>
            </a:extLst>
          </p:cNvPr>
          <p:cNvSpPr txBox="1"/>
          <p:nvPr/>
        </p:nvSpPr>
        <p:spPr>
          <a:xfrm>
            <a:off x="0" y="5131645"/>
            <a:ext cx="51914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b="1" dirty="0"/>
              <a:t>Giảng viên hướng dẫn:</a:t>
            </a:r>
            <a:r>
              <a:rPr lang="vi-VN" dirty="0"/>
              <a:t> Ngô Thanh Huy</a:t>
            </a:r>
            <a:br>
              <a:rPr lang="vi-VN" dirty="0"/>
            </a:br>
            <a:r>
              <a:rPr lang="vi-VN" b="1" dirty="0"/>
              <a:t>Sinh viên thực hiện:</a:t>
            </a:r>
            <a:r>
              <a:rPr lang="vi-VN" dirty="0"/>
              <a:t> Nguyễn Hữu Lộc</a:t>
            </a:r>
            <a:br>
              <a:rPr lang="vi-VN" dirty="0"/>
            </a:br>
            <a:r>
              <a:rPr lang="vi-VN" b="1" dirty="0"/>
              <a:t>MSSV:</a:t>
            </a:r>
            <a:r>
              <a:rPr lang="vi-VN" dirty="0"/>
              <a:t> 110123124 – </a:t>
            </a:r>
            <a:r>
              <a:rPr lang="vi-VN" b="1" dirty="0"/>
              <a:t>Lớp:</a:t>
            </a:r>
            <a:r>
              <a:rPr lang="vi-VN" dirty="0"/>
              <a:t> DA23TTB</a:t>
            </a:r>
          </a:p>
          <a:p>
            <a:pPr>
              <a:buNone/>
            </a:pPr>
            <a:r>
              <a:rPr lang="vi-VN" dirty="0"/>
              <a:t>📅 Thời gian: 17/11/2025 – 04/01/2026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C559E8-40D3-C4C1-4CCB-708030C9FB7B}"/>
              </a:ext>
            </a:extLst>
          </p:cNvPr>
          <p:cNvSpPr txBox="1"/>
          <p:nvPr/>
        </p:nvSpPr>
        <p:spPr>
          <a:xfrm>
            <a:off x="2321641" y="417498"/>
            <a:ext cx="52971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4000" b="1" dirty="0"/>
              <a:t>LÝ DO CHỌN ĐỀ TÀI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97D8-F91B-BE83-AF59-9FADE2756BCD}"/>
              </a:ext>
            </a:extLst>
          </p:cNvPr>
          <p:cNvSpPr txBox="1"/>
          <p:nvPr/>
        </p:nvSpPr>
        <p:spPr>
          <a:xfrm>
            <a:off x="781663" y="1416888"/>
            <a:ext cx="8082116" cy="464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Sách là nguồn tri thức quan trọng trong học tập và đời sống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Nhu cầu tìm kiếm và giới thiệu sách ngày càng tăng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Website</a:t>
            </a:r>
            <a:r>
              <a:rPr lang="vi-VN" sz="2200" dirty="0"/>
              <a:t> giúp: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Giới thiệu sách nhanh chóng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Dễ tìm kiếm, dễ sử dụng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Phù hợp với kiến thức đã học: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HTML, CSS, </a:t>
            </a:r>
            <a:r>
              <a:rPr lang="vi-VN" sz="2200" dirty="0" err="1"/>
              <a:t>Bootstrap</a:t>
            </a:r>
            <a:r>
              <a:rPr lang="vi-VN" sz="2200" dirty="0"/>
              <a:t>, </a:t>
            </a:r>
            <a:r>
              <a:rPr lang="vi-VN" sz="2200" dirty="0" err="1"/>
              <a:t>JavaScript</a:t>
            </a:r>
            <a:endParaRPr lang="vi-V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👉 Vì vậy </a:t>
            </a:r>
            <a:r>
              <a:rPr lang="vi-VN" sz="2400" dirty="0"/>
              <a:t>đề tài được lựa chọn để thực hiện cá nhân</a:t>
            </a:r>
            <a:br>
              <a:rPr lang="vi-VN" sz="2200" dirty="0"/>
            </a:br>
            <a:r>
              <a:rPr lang="vi-VN" sz="2200" b="1" dirty="0"/>
              <a:t>“Thiết kế </a:t>
            </a:r>
            <a:r>
              <a:rPr lang="vi-VN" sz="2200" b="1" dirty="0" err="1"/>
              <a:t>website</a:t>
            </a:r>
            <a:r>
              <a:rPr lang="vi-VN" sz="2200" b="1" dirty="0"/>
              <a:t> giới thiệu sách”</a:t>
            </a:r>
            <a:endParaRPr lang="vi-VN" sz="2200" dirty="0"/>
          </a:p>
        </p:txBody>
      </p:sp>
    </p:spTree>
    <p:extLst>
      <p:ext uri="{BB962C8B-B14F-4D97-AF65-F5344CB8AC3E}">
        <p14:creationId xmlns:p14="http://schemas.microsoft.com/office/powerpoint/2010/main" val="262262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6477" y="549044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b="1" dirty="0">
                <a:solidFill>
                  <a:schemeClr val="accent4">
                    <a:lumMod val="50000"/>
                  </a:schemeClr>
                </a:solidFill>
              </a:rPr>
              <a:t>MỤC TIÊU ĐỀ TÀI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37BA41-B9D7-3882-913B-7DB228850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529" y="1455902"/>
            <a:ext cx="5933034" cy="4600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200" dirty="0"/>
              <a:t>Xây dựng </a:t>
            </a:r>
            <a:r>
              <a:rPr lang="vi-VN" altLang="vi-VN" sz="2200" dirty="0" err="1"/>
              <a:t>website</a:t>
            </a:r>
            <a:r>
              <a:rPr lang="vi-VN" altLang="vi-VN" sz="2200" dirty="0"/>
              <a:t> giới thiệu sách trực quan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200" dirty="0"/>
              <a:t>Hỗ trợ: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vi-VN" altLang="vi-VN" sz="2200" dirty="0"/>
              <a:t>Xem danh sách </a:t>
            </a:r>
            <a:r>
              <a:rPr lang="vi-VN" altLang="vi-VN" sz="2200" dirty="0" err="1"/>
              <a:t>sách</a:t>
            </a:r>
            <a:endParaRPr lang="vi-VN" altLang="vi-VN" sz="2200" dirty="0"/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vi-VN" altLang="vi-VN" sz="2200" dirty="0"/>
              <a:t>Tìm kiếm theo tên và tác giả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vi-VN" altLang="vi-VN" sz="2200" dirty="0"/>
              <a:t>Lọc sách theo thể loại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200" dirty="0"/>
              <a:t>Có hệ thống quản trị: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vi-VN" altLang="vi-VN" sz="2200" dirty="0"/>
              <a:t>Quản lý sách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vi-VN" altLang="vi-VN" sz="2200" dirty="0"/>
              <a:t>Quản lý thể loại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vi-VN" altLang="vi-VN" sz="2200" dirty="0"/>
              <a:t>Duyệt sách do người dùng gửi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D03BAD-BF55-E182-6035-9E4A419E80BF}"/>
              </a:ext>
            </a:extLst>
          </p:cNvPr>
          <p:cNvSpPr/>
          <p:nvPr/>
        </p:nvSpPr>
        <p:spPr>
          <a:xfrm>
            <a:off x="3018502" y="2009189"/>
            <a:ext cx="5594554" cy="9832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 dirty="0">
                <a:solidFill>
                  <a:schemeClr val="tx1"/>
                </a:solidFill>
                <a:cs typeface="Arial" panose="020B0604020202020204" pitchFamily="34" charset="0"/>
              </a:rPr>
              <a:t>           </a:t>
            </a:r>
            <a:r>
              <a:rPr lang="vi-VN" sz="2000" dirty="0">
                <a:solidFill>
                  <a:schemeClr val="tx1"/>
                </a:solidFill>
              </a:rPr>
              <a:t>Không sử dụng cơ sở dữ liệu</a:t>
            </a:r>
            <a:endParaRPr lang="vi-VN" sz="20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F290F2-8D88-433B-2952-3CE0FA7B765F}"/>
              </a:ext>
            </a:extLst>
          </p:cNvPr>
          <p:cNvSpPr/>
          <p:nvPr/>
        </p:nvSpPr>
        <p:spPr>
          <a:xfrm>
            <a:off x="3018502" y="3393642"/>
            <a:ext cx="5683046" cy="9832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000" b="1" dirty="0">
                <a:solidFill>
                  <a:schemeClr val="accent4">
                    <a:lumMod val="50000"/>
                  </a:schemeClr>
                </a:solidFill>
              </a:rPr>
              <a:t>      </a:t>
            </a:r>
            <a:r>
              <a:rPr lang="vi-VN" sz="2000" dirty="0">
                <a:solidFill>
                  <a:schemeClr val="tx1"/>
                </a:solidFill>
              </a:rPr>
              <a:t>Dữ liệu được lưu trữ bằng: </a:t>
            </a:r>
            <a:r>
              <a:rPr lang="vi-VN" sz="2000" b="1" dirty="0" err="1">
                <a:solidFill>
                  <a:schemeClr val="tx1"/>
                </a:solidFill>
              </a:rPr>
              <a:t>LocalStorage</a:t>
            </a:r>
            <a:endParaRPr lang="vi-VN" sz="2000" dirty="0">
              <a:solidFill>
                <a:schemeClr val="tx1"/>
              </a:solidFill>
            </a:endParaRPr>
          </a:p>
          <a:p>
            <a:pPr algn="ctr"/>
            <a:endParaRPr lang="vi-VN" sz="2000" b="1" dirty="0">
              <a:solidFill>
                <a:schemeClr val="accent4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5150BE-EBDA-D475-FA8C-AF34EBD26187}"/>
              </a:ext>
            </a:extLst>
          </p:cNvPr>
          <p:cNvSpPr/>
          <p:nvPr/>
        </p:nvSpPr>
        <p:spPr>
          <a:xfrm>
            <a:off x="3018502" y="4912250"/>
            <a:ext cx="5683046" cy="9832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>
                <a:solidFill>
                  <a:schemeClr val="tx1"/>
                </a:solidFill>
              </a:rPr>
              <a:t>Phục vụ mục đích: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tx1"/>
                </a:solidFill>
              </a:rPr>
              <a:t>Học tập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tx1"/>
                </a:solidFill>
              </a:rPr>
              <a:t>Thực tập đồ án cơ sở ngành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AAF8E4-156F-2A34-04F2-96B2F85A4894}"/>
              </a:ext>
            </a:extLst>
          </p:cNvPr>
          <p:cNvSpPr/>
          <p:nvPr/>
        </p:nvSpPr>
        <p:spPr>
          <a:xfrm>
            <a:off x="3018502" y="490581"/>
            <a:ext cx="5594554" cy="9832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          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endParaRPr lang="vi-V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6923A7-2A8D-A439-6079-C643FC6D39B0}"/>
              </a:ext>
            </a:extLst>
          </p:cNvPr>
          <p:cNvSpPr/>
          <p:nvPr/>
        </p:nvSpPr>
        <p:spPr>
          <a:xfrm>
            <a:off x="167148" y="2009189"/>
            <a:ext cx="2418736" cy="235974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b="1" dirty="0">
                <a:solidFill>
                  <a:schemeClr val="tx1"/>
                </a:solidFill>
              </a:rPr>
              <a:t>PHẠM VI ĐỀ TÀI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accent4">
                    <a:lumMod val="50000"/>
                  </a:schemeClr>
                </a:solidFill>
              </a:rPr>
              <a:t>CÔNG NGHỆ SỬ DỤNG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50F5D1-314C-2B1E-432B-1BB4E68709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4931" y="1284757"/>
            <a:ext cx="1963926" cy="203377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F52534-B16E-A043-C929-EBF7733DED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35249706"/>
              </p:ext>
            </p:extLst>
          </p:nvPr>
        </p:nvGraphicFramePr>
        <p:xfrm>
          <a:off x="4527755" y="2143433"/>
          <a:ext cx="4038600" cy="3795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B6D44BE-C471-00CA-2A14-7AD844331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031" y="1284757"/>
            <a:ext cx="1911194" cy="20337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3F36A-35A1-4080-0AE8-A255987405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88" y="3318535"/>
            <a:ext cx="2142170" cy="22547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25005B-2240-B56B-164F-1F35038404A8}"/>
              </a:ext>
            </a:extLst>
          </p:cNvPr>
          <p:cNvSpPr/>
          <p:nvPr/>
        </p:nvSpPr>
        <p:spPr>
          <a:xfrm>
            <a:off x="0" y="6308725"/>
            <a:ext cx="9144000" cy="52602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CCB4A8-C1CE-07C6-C89B-C081051E5B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8858" y="3429000"/>
            <a:ext cx="2212581" cy="2254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D65B4C-701A-413E-D618-4455D29FB2C6}"/>
              </a:ext>
            </a:extLst>
          </p:cNvPr>
          <p:cNvSpPr txBox="1"/>
          <p:nvPr/>
        </p:nvSpPr>
        <p:spPr>
          <a:xfrm>
            <a:off x="2431025" y="390520"/>
            <a:ext cx="54544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600" b="1" dirty="0"/>
              <a:t>ĐỐI </a:t>
            </a:r>
            <a:r>
              <a:rPr lang="vi-VN" sz="4000" b="1" dirty="0"/>
              <a:t>TƯỢNG</a:t>
            </a:r>
            <a:r>
              <a:rPr lang="vi-VN" sz="3600" b="1" dirty="0"/>
              <a:t> SỬ DỤNG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12242-1102-AE3D-AA98-C8CCCF26885C}"/>
              </a:ext>
            </a:extLst>
          </p:cNvPr>
          <p:cNvSpPr txBox="1"/>
          <p:nvPr/>
        </p:nvSpPr>
        <p:spPr>
          <a:xfrm>
            <a:off x="208936" y="1186896"/>
            <a:ext cx="4626076" cy="5200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 dirty="0"/>
              <a:t>👤 Người dùng (</a:t>
            </a:r>
            <a:r>
              <a:rPr lang="vi-VN" sz="2400" b="1" dirty="0" err="1"/>
              <a:t>User</a:t>
            </a:r>
            <a:r>
              <a:rPr lang="vi-VN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Xem danh sách </a:t>
            </a:r>
            <a:r>
              <a:rPr lang="vi-VN" sz="2200" dirty="0" err="1"/>
              <a:t>sách</a:t>
            </a:r>
            <a:endParaRPr lang="vi-VN" sz="22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Tìm kiếm sách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Lọc theo thể loại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Gửi sách đề xuất</a:t>
            </a:r>
          </a:p>
          <a:p>
            <a:pPr>
              <a:lnSpc>
                <a:spcPct val="150000"/>
              </a:lnSpc>
              <a:buNone/>
            </a:pPr>
            <a:r>
              <a:rPr lang="vi-VN" sz="2400" b="1" dirty="0"/>
              <a:t>👨‍💼 Quản trị viên (</a:t>
            </a:r>
            <a:r>
              <a:rPr lang="vi-VN" sz="2400" b="1" dirty="0" err="1"/>
              <a:t>Admin</a:t>
            </a:r>
            <a:r>
              <a:rPr lang="vi-VN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Quản lý sách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Quản lý thể loại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Duyệt sách chờ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Xóa, sửa dữ liệu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53E7E-CF70-AE2D-EEC9-8E0ED74C6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51" y="2128656"/>
            <a:ext cx="3984810" cy="3210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75032" y="326622"/>
            <a:ext cx="6749845" cy="760572"/>
          </a:xfrm>
          <a:prstGeom prst="rect">
            <a:avLst/>
          </a:prstGeom>
        </p:spPr>
        <p:txBody>
          <a:bodyPr/>
          <a:lstStyle/>
          <a:p>
            <a:r>
              <a:rPr sz="4000" b="1" dirty="0">
                <a:latin typeface="+mn-lt"/>
              </a:rPr>
              <a:t>CHỨC NĂNG NGƯỜI DÙNG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E40C7-5346-11D3-3229-834E82AC2AFC}"/>
              </a:ext>
            </a:extLst>
          </p:cNvPr>
          <p:cNvSpPr txBox="1"/>
          <p:nvPr/>
        </p:nvSpPr>
        <p:spPr>
          <a:xfrm>
            <a:off x="147484" y="1819530"/>
            <a:ext cx="4626076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Trang chủ giới thiệu </a:t>
            </a:r>
            <a:r>
              <a:rPr lang="vi-VN" sz="2400" dirty="0" err="1"/>
              <a:t>website</a:t>
            </a:r>
            <a:endParaRPr lang="vi-V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Xem danh sách </a:t>
            </a:r>
            <a:r>
              <a:rPr lang="vi-VN" sz="2400" dirty="0" err="1"/>
              <a:t>sách</a:t>
            </a:r>
            <a:endParaRPr lang="vi-V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Xem chi tiết sách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Tìm kiếm theo: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/>
              <a:t>Tên sách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/>
              <a:t>Tác giả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Gửi sách chờ </a:t>
            </a:r>
            <a:r>
              <a:rPr lang="vi-VN" sz="2400" dirty="0" err="1"/>
              <a:t>admin</a:t>
            </a:r>
            <a:r>
              <a:rPr lang="vi-VN" sz="2400" dirty="0"/>
              <a:t> duyệt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85B27F-D43A-4DE6-6AB4-ABF7764A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69467"/>
            <a:ext cx="4424516" cy="34019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b="1" dirty="0"/>
              <a:t>CHỨC NĂNG ADMIN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AB94B3-7262-B271-038F-C9324F266D21}"/>
              </a:ext>
            </a:extLst>
          </p:cNvPr>
          <p:cNvSpPr txBox="1"/>
          <p:nvPr/>
        </p:nvSpPr>
        <p:spPr>
          <a:xfrm>
            <a:off x="326923" y="1456399"/>
            <a:ext cx="4402393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Đăng nhập quản trị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Quản lý sách: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/>
              <a:t>Thêm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/>
              <a:t>Sửa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dirty="0"/>
              <a:t>Xóa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Quản lý thể loại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Duyệt sách người dùng gửi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Xuất dữ liệu (JSON / Excel)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F732252-66FB-FEFE-810E-DD5AE57D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39" y="1641763"/>
            <a:ext cx="5208638" cy="3200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DE98DC-07D7-CC8F-425A-DA510D86CDA4}"/>
              </a:ext>
            </a:extLst>
          </p:cNvPr>
          <p:cNvSpPr txBox="1"/>
          <p:nvPr/>
        </p:nvSpPr>
        <p:spPr>
          <a:xfrm>
            <a:off x="2037735" y="341359"/>
            <a:ext cx="5896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/>
              <a:t>KIẾN TRÚC HỆ THỐNG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8DD5F-D792-2A02-BADD-2A783F02F678}"/>
              </a:ext>
            </a:extLst>
          </p:cNvPr>
          <p:cNvSpPr txBox="1"/>
          <p:nvPr/>
        </p:nvSpPr>
        <p:spPr>
          <a:xfrm>
            <a:off x="248263" y="1181887"/>
            <a:ext cx="7145595" cy="510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Website</a:t>
            </a:r>
            <a:r>
              <a:rPr lang="vi-VN" sz="2200" dirty="0"/>
              <a:t> chia thành 2 phần: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User</a:t>
            </a:r>
            <a:endParaRPr lang="vi-VN" sz="2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Admin</a:t>
            </a:r>
            <a:endParaRPr lang="vi-VN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Dữ liệu lưu trữ: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LocalStorage</a:t>
            </a:r>
            <a:endParaRPr lang="vi-VN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JavaScript</a:t>
            </a:r>
            <a:r>
              <a:rPr lang="vi-VN" sz="2200" dirty="0"/>
              <a:t> xử lý: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Tìm kiếm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Lọc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CRUD dữ liệu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📌 Không cần </a:t>
            </a:r>
            <a:r>
              <a:rPr lang="vi-VN" sz="2200" dirty="0" err="1"/>
              <a:t>server</a:t>
            </a:r>
            <a:r>
              <a:rPr lang="vi-VN" sz="2200" dirty="0"/>
              <a:t> – chạy trực tiếp trên trình duyệt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281C7A-8EBC-482D-4D25-2E9D5D23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64" y="1836747"/>
            <a:ext cx="5458073" cy="3573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6C6BE0E-CEBE-F61B-261B-C10C7FF03C65}"/>
              </a:ext>
            </a:extLst>
          </p:cNvPr>
          <p:cNvSpPr txBox="1"/>
          <p:nvPr/>
        </p:nvSpPr>
        <p:spPr>
          <a:xfrm>
            <a:off x="2145891" y="252868"/>
            <a:ext cx="55036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/>
              <a:t>GIAO DIỆN WEBSITE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1CBBE-EE92-ABFC-10D9-65D80ACD847A}"/>
              </a:ext>
            </a:extLst>
          </p:cNvPr>
          <p:cNvSpPr txBox="1"/>
          <p:nvPr/>
        </p:nvSpPr>
        <p:spPr>
          <a:xfrm>
            <a:off x="0" y="2020527"/>
            <a:ext cx="4080387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Giao diện hiện đại, dễ nhìn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Có: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 err="1"/>
              <a:t>Menu</a:t>
            </a:r>
            <a:r>
              <a:rPr lang="vi-VN" sz="2200" dirty="0"/>
              <a:t> bên trái (thể loại)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Thanh </a:t>
            </a:r>
            <a:r>
              <a:rPr lang="vi-VN" sz="2200" dirty="0" err="1"/>
              <a:t>menu</a:t>
            </a:r>
            <a:r>
              <a:rPr lang="vi-VN" sz="2200" dirty="0"/>
              <a:t> trên cùng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Khu vực hiển thị sách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 err="1"/>
              <a:t>Responsive</a:t>
            </a:r>
            <a:r>
              <a:rPr lang="vi-VN" sz="2200" dirty="0"/>
              <a:t> với </a:t>
            </a:r>
            <a:r>
              <a:rPr lang="vi-VN" sz="2200" dirty="0" err="1"/>
              <a:t>Bootstrap</a:t>
            </a:r>
            <a:endParaRPr lang="vi-V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AFB748-FA70-83FF-098D-43B00DB4F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245" y="1717158"/>
            <a:ext cx="5161935" cy="33799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E9F25F-E77C-A5AA-1D00-20776AD07269}"/>
              </a:ext>
            </a:extLst>
          </p:cNvPr>
          <p:cNvSpPr txBox="1"/>
          <p:nvPr/>
        </p:nvSpPr>
        <p:spPr>
          <a:xfrm>
            <a:off x="1465006" y="355797"/>
            <a:ext cx="7492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/>
              <a:t>CHỨC NĂNG TÌM KIẾM &amp; LỌC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A22A97-201D-5F3C-0FF7-8C4AD8426C3F}"/>
              </a:ext>
            </a:extLst>
          </p:cNvPr>
          <p:cNvSpPr txBox="1"/>
          <p:nvPr/>
        </p:nvSpPr>
        <p:spPr>
          <a:xfrm>
            <a:off x="204634" y="1937234"/>
            <a:ext cx="5877232" cy="358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Tìm kiếm theo: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Tên sách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Tác giả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Lọc theo thể loại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Kết hợp: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Tìm kiếm + lọc</a:t>
            </a:r>
          </a:p>
          <a:p>
            <a:pPr>
              <a:lnSpc>
                <a:spcPct val="150000"/>
              </a:lnSpc>
            </a:pPr>
            <a:r>
              <a:rPr lang="vi-VN" sz="2200" dirty="0"/>
              <a:t>📌 Giúp người dùng tìm sách nhanh chóng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AE0B6B-9980-417E-6301-F3E7837E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278" y="1671440"/>
            <a:ext cx="4503175" cy="33407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BBAE82-D105-2A5B-47C4-678DB5E68BF8}"/>
              </a:ext>
            </a:extLst>
          </p:cNvPr>
          <p:cNvSpPr txBox="1"/>
          <p:nvPr/>
        </p:nvSpPr>
        <p:spPr>
          <a:xfrm>
            <a:off x="110612" y="1967579"/>
            <a:ext cx="5110316" cy="3584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Dữ liệu sách lưu bằng </a:t>
            </a:r>
            <a:r>
              <a:rPr lang="vi-VN" sz="2200" dirty="0" err="1"/>
              <a:t>LocalStorage</a:t>
            </a:r>
            <a:endParaRPr lang="vi-VN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Bao gồm: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Tên sách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Tác giả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Thể loại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200" dirty="0"/>
              <a:t>Hình ảnh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200" dirty="0"/>
              <a:t>Không mất dữ liệu khi </a:t>
            </a:r>
            <a:r>
              <a:rPr lang="vi-VN" sz="2200" dirty="0" err="1"/>
              <a:t>reload</a:t>
            </a:r>
            <a:r>
              <a:rPr lang="vi-VN" sz="2200" dirty="0"/>
              <a:t> trang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AF393-AD3D-568E-CA71-50D89D747AF9}"/>
              </a:ext>
            </a:extLst>
          </p:cNvPr>
          <p:cNvSpPr txBox="1"/>
          <p:nvPr/>
        </p:nvSpPr>
        <p:spPr>
          <a:xfrm>
            <a:off x="2372034" y="331527"/>
            <a:ext cx="4982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4000" b="1" dirty="0"/>
              <a:t>LƯU TRỮ DỮ LIỆU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0972B4-A600-5508-3EE7-B6E52D098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43" y="2540516"/>
            <a:ext cx="4719001" cy="26214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468465-1893-CD3B-A648-0AD344CF51E6}"/>
              </a:ext>
            </a:extLst>
          </p:cNvPr>
          <p:cNvSpPr txBox="1"/>
          <p:nvPr/>
        </p:nvSpPr>
        <p:spPr>
          <a:xfrm>
            <a:off x="769374" y="2079766"/>
            <a:ext cx="6781800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Hoàn thành </a:t>
            </a:r>
            <a:r>
              <a:rPr lang="vi-VN" sz="2800" dirty="0" err="1"/>
              <a:t>website</a:t>
            </a:r>
            <a:r>
              <a:rPr lang="vi-VN" sz="2800" dirty="0"/>
              <a:t> giới thiệu sách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Đầy đủ chức năng theo yêu cầu đề tài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Giao diện thân thiện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Hệ thống hoạt động ổn định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Phù hợp kiến thức đã học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595DB-C7C4-B033-DED1-548FBBC8393C}"/>
              </a:ext>
            </a:extLst>
          </p:cNvPr>
          <p:cNvSpPr txBox="1"/>
          <p:nvPr/>
        </p:nvSpPr>
        <p:spPr>
          <a:xfrm>
            <a:off x="2015612" y="420015"/>
            <a:ext cx="59681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b="1" dirty="0"/>
              <a:t>KẾT QUẢ ĐẠT ĐƯỢC</a:t>
            </a:r>
            <a:endParaRPr lang="vi-VN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ED0850-722D-AA3D-C6E2-C4F8808B75E4}"/>
              </a:ext>
            </a:extLst>
          </p:cNvPr>
          <p:cNvSpPr txBox="1"/>
          <p:nvPr/>
        </p:nvSpPr>
        <p:spPr>
          <a:xfrm>
            <a:off x="602225" y="1593953"/>
            <a:ext cx="7106266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800" b="1" dirty="0"/>
              <a:t>✅ Ưu điểm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Dễ sử dụng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Không cần cài đặt </a:t>
            </a:r>
            <a:r>
              <a:rPr lang="vi-VN" sz="2800" dirty="0" err="1"/>
              <a:t>server</a:t>
            </a:r>
            <a:endParaRPr lang="vi-V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Giao diện đẹp</a:t>
            </a:r>
          </a:p>
          <a:p>
            <a:pPr>
              <a:lnSpc>
                <a:spcPct val="150000"/>
              </a:lnSpc>
              <a:buNone/>
            </a:pPr>
            <a:r>
              <a:rPr lang="vi-VN" sz="2800" b="1" dirty="0"/>
              <a:t>❌ Hạn chế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Dữ liệu chỉ lưu trên trình duyệt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Chưa có đăng ký tài khoản người dùng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BE812-0D0D-C5C4-D2B0-0D719147A611}"/>
              </a:ext>
            </a:extLst>
          </p:cNvPr>
          <p:cNvSpPr txBox="1"/>
          <p:nvPr/>
        </p:nvSpPr>
        <p:spPr>
          <a:xfrm>
            <a:off x="2008238" y="341359"/>
            <a:ext cx="6014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4400" b="1" dirty="0"/>
              <a:t>ƯU ĐIỂM &amp; HẠN CHẾ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C0339E-4DF4-A13C-2C5E-FA25234FE8E4}"/>
              </a:ext>
            </a:extLst>
          </p:cNvPr>
          <p:cNvSpPr txBox="1"/>
          <p:nvPr/>
        </p:nvSpPr>
        <p:spPr>
          <a:xfrm>
            <a:off x="700549" y="1509002"/>
            <a:ext cx="6201696" cy="4536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Kết nối cơ sở dữ liệu </a:t>
            </a:r>
            <a:r>
              <a:rPr lang="vi-VN" sz="2800" dirty="0" err="1"/>
              <a:t>MySQL</a:t>
            </a:r>
            <a:endParaRPr lang="vi-V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Viết </a:t>
            </a:r>
            <a:r>
              <a:rPr lang="vi-VN" sz="2800" dirty="0" err="1"/>
              <a:t>backend</a:t>
            </a:r>
            <a:r>
              <a:rPr lang="vi-VN" sz="2800" dirty="0"/>
              <a:t> bằng PHP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Thêm: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800" dirty="0"/>
              <a:t>Đánh giá sách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800" dirty="0"/>
              <a:t>Bình luận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800" dirty="0"/>
              <a:t>Tài khoản người dùng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dirty="0"/>
              <a:t>Triển khai </a:t>
            </a:r>
            <a:r>
              <a:rPr lang="vi-VN" sz="2800" dirty="0" err="1"/>
              <a:t>website</a:t>
            </a:r>
            <a:r>
              <a:rPr lang="vi-VN" sz="2800" dirty="0"/>
              <a:t> </a:t>
            </a:r>
            <a:r>
              <a:rPr lang="vi-VN" sz="2800" dirty="0" err="1"/>
              <a:t>online</a:t>
            </a:r>
            <a:endParaRPr lang="vi-V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C2EEE-278B-C943-E94A-97A881F7777A}"/>
              </a:ext>
            </a:extLst>
          </p:cNvPr>
          <p:cNvSpPr txBox="1"/>
          <p:nvPr/>
        </p:nvSpPr>
        <p:spPr>
          <a:xfrm>
            <a:off x="2081981" y="400352"/>
            <a:ext cx="6201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b="1" dirty="0"/>
              <a:t>HƯỚNG PHÁT TRIỂN</a:t>
            </a:r>
            <a:endParaRPr lang="vi-VN" sz="4400" dirty="0"/>
          </a:p>
        </p:txBody>
      </p:sp>
    </p:spTree>
    <p:extLst>
      <p:ext uri="{BB962C8B-B14F-4D97-AF65-F5344CB8AC3E}">
        <p14:creationId xmlns:p14="http://schemas.microsoft.com/office/powerpoint/2010/main" val="452386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47BFA8-5988-AD97-11D7-8EA9D70DF994}"/>
              </a:ext>
            </a:extLst>
          </p:cNvPr>
          <p:cNvSpPr txBox="1"/>
          <p:nvPr/>
        </p:nvSpPr>
        <p:spPr>
          <a:xfrm>
            <a:off x="808704" y="2265090"/>
            <a:ext cx="6585154" cy="295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dirty="0"/>
              <a:t>Đề tài hoàn thành đúng yêu cầu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dirty="0"/>
              <a:t>Áp dụng tốt kiến thức đã học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dirty="0"/>
              <a:t>Có thể mở rộng trong tương lai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dirty="0"/>
              <a:t>Mang tính thực tiễn cao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10C4A-043B-2234-5A5C-CC1B82326D00}"/>
              </a:ext>
            </a:extLst>
          </p:cNvPr>
          <p:cNvSpPr txBox="1"/>
          <p:nvPr/>
        </p:nvSpPr>
        <p:spPr>
          <a:xfrm>
            <a:off x="2840294" y="370857"/>
            <a:ext cx="34634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800" b="1" dirty="0"/>
              <a:t>KẾT LUẬN</a:t>
            </a:r>
            <a:endParaRPr lang="vi-VN" sz="4800" dirty="0"/>
          </a:p>
        </p:txBody>
      </p:sp>
    </p:spTree>
    <p:extLst>
      <p:ext uri="{BB962C8B-B14F-4D97-AF65-F5344CB8AC3E}">
        <p14:creationId xmlns:p14="http://schemas.microsoft.com/office/powerpoint/2010/main" val="1727307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A43225-9118-9064-9272-FD9B0839D897}"/>
              </a:ext>
            </a:extLst>
          </p:cNvPr>
          <p:cNvSpPr txBox="1"/>
          <p:nvPr/>
        </p:nvSpPr>
        <p:spPr>
          <a:xfrm>
            <a:off x="344129" y="2251587"/>
            <a:ext cx="86032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600" dirty="0">
                <a:latin typeface="Palatino Linotype" panose="02040502050505030304" pitchFamily="18" charset="0"/>
                <a:ea typeface="BatangChe" panose="020B0503020000020004" pitchFamily="49" charset="-127"/>
              </a:rPr>
              <a:t>Cảm ơn mọi người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57209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597</Words>
  <Application>Microsoft Office PowerPoint</Application>
  <PresentationFormat>On-screen Show (4:3)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Palatino Linotype</vt:lpstr>
      <vt:lpstr>Wingdings</vt:lpstr>
      <vt:lpstr>Office Theme</vt:lpstr>
      <vt:lpstr>THIẾT KẾ  WEBSITE GIỚI THIỆU SÁCH</vt:lpstr>
      <vt:lpstr>PowerPoint Presentation</vt:lpstr>
      <vt:lpstr>MỤC TIÊU ĐỀ TÀI</vt:lpstr>
      <vt:lpstr>PowerPoint Presentation</vt:lpstr>
      <vt:lpstr>CÔNG NGHỆ SỬ DỤNG</vt:lpstr>
      <vt:lpstr>PowerPoint Presentation</vt:lpstr>
      <vt:lpstr>CHỨC NĂNG NGƯỜI DÙNG</vt:lpstr>
      <vt:lpstr>CHỨC NĂNG ADMIN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Hữu Lộc Nguyễn</cp:lastModifiedBy>
  <cp:revision>8</cp:revision>
  <dcterms:created xsi:type="dcterms:W3CDTF">2013-01-27T09:14:16Z</dcterms:created>
  <dcterms:modified xsi:type="dcterms:W3CDTF">2026-01-05T05:00:08Z</dcterms:modified>
  <cp:category/>
</cp:coreProperties>
</file>